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4"/>
  </p:notesMasterIdLst>
  <p:sldIdLst>
    <p:sldId id="256" r:id="rId2"/>
    <p:sldId id="257" r:id="rId3"/>
    <p:sldId id="291" r:id="rId4"/>
    <p:sldId id="272" r:id="rId5"/>
    <p:sldId id="273" r:id="rId6"/>
    <p:sldId id="296" r:id="rId7"/>
    <p:sldId id="292" r:id="rId8"/>
    <p:sldId id="293" r:id="rId9"/>
    <p:sldId id="274" r:id="rId10"/>
    <p:sldId id="295" r:id="rId11"/>
    <p:sldId id="275" r:id="rId12"/>
    <p:sldId id="276" r:id="rId13"/>
    <p:sldId id="297" r:id="rId14"/>
    <p:sldId id="298" r:id="rId15"/>
    <p:sldId id="264" r:id="rId16"/>
    <p:sldId id="259" r:id="rId17"/>
    <p:sldId id="299" r:id="rId18"/>
    <p:sldId id="300" r:id="rId19"/>
    <p:sldId id="278" r:id="rId20"/>
    <p:sldId id="265" r:id="rId21"/>
    <p:sldId id="281" r:id="rId22"/>
    <p:sldId id="303" r:id="rId23"/>
    <p:sldId id="304" r:id="rId24"/>
    <p:sldId id="305" r:id="rId25"/>
    <p:sldId id="306" r:id="rId26"/>
    <p:sldId id="307" r:id="rId27"/>
    <p:sldId id="301" r:id="rId28"/>
    <p:sldId id="302" r:id="rId29"/>
    <p:sldId id="289" r:id="rId30"/>
    <p:sldId id="308" r:id="rId31"/>
    <p:sldId id="309" r:id="rId32"/>
    <p:sldId id="268" r:id="rId33"/>
  </p:sldIdLst>
  <p:sldSz cx="18288000" cy="10287000"/>
  <p:notesSz cx="6858000" cy="9144000"/>
  <p:embeddedFontLst>
    <p:embeddedFont>
      <p:font typeface="Cabin Medium" panose="020B0604020202020204" charset="-93"/>
      <p:regular r:id="rId35"/>
    </p:embeddedFont>
    <p:embeddedFont>
      <p:font typeface="Cabin Semi-Bold" panose="020B0604020202020204" charset="-93"/>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36B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50" d="100"/>
          <a:sy n="50" d="100"/>
        </p:scale>
        <p:origin x="97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32D212-B1D5-4D97-830C-C1FDD97ABA39}"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vi-VN"/>
        </a:p>
      </dgm:t>
    </dgm:pt>
    <dgm:pt modelId="{C5B404E3-9738-4359-9946-F6740935CBCE}">
      <dgm:prSet phldrT="[Text]" phldr="0"/>
      <dgm:spPr>
        <a:solidFill>
          <a:srgbClr val="1836B2"/>
        </a:solidFill>
      </dgm:spPr>
      <dgm:t>
        <a:bodyPr/>
        <a:lstStyle/>
        <a:p>
          <a:r>
            <a:rPr lang="vi-VN"/>
            <a:t>1.Tổng quan nghiên cứu</a:t>
          </a:r>
        </a:p>
      </dgm:t>
    </dgm:pt>
    <dgm:pt modelId="{1807DC0E-8249-4BAE-AF3F-84AE526D77C5}" type="parTrans" cxnId="{1B3DB938-ABEE-459F-8B00-84C717E2EDD0}">
      <dgm:prSet/>
      <dgm:spPr/>
      <dgm:t>
        <a:bodyPr/>
        <a:lstStyle/>
        <a:p>
          <a:endParaRPr lang="vi-VN"/>
        </a:p>
      </dgm:t>
    </dgm:pt>
    <dgm:pt modelId="{B89A4483-BD43-4F0D-BC1C-BAD21DC27644}" type="sibTrans" cxnId="{1B3DB938-ABEE-459F-8B00-84C717E2EDD0}">
      <dgm:prSet/>
      <dgm:spPr/>
      <dgm:t>
        <a:bodyPr/>
        <a:lstStyle/>
        <a:p>
          <a:endParaRPr lang="vi-VN"/>
        </a:p>
      </dgm:t>
    </dgm:pt>
    <dgm:pt modelId="{C190F397-EE57-4E32-8932-5398AC56FD17}">
      <dgm:prSet phldrT="[Text]"/>
      <dgm:spPr>
        <a:solidFill>
          <a:srgbClr val="1836B2"/>
        </a:solidFill>
      </dgm:spPr>
      <dgm:t>
        <a:bodyPr/>
        <a:lstStyle/>
        <a:p>
          <a:r>
            <a:rPr lang="vi-VN"/>
            <a:t>2.Phương pháp nghiên cứu</a:t>
          </a:r>
        </a:p>
      </dgm:t>
    </dgm:pt>
    <dgm:pt modelId="{AC039379-1074-4E52-81D0-8415F605AC09}" type="parTrans" cxnId="{8BEE9953-7003-445C-90C4-21A234A898B2}">
      <dgm:prSet/>
      <dgm:spPr/>
      <dgm:t>
        <a:bodyPr/>
        <a:lstStyle/>
        <a:p>
          <a:endParaRPr lang="vi-VN"/>
        </a:p>
      </dgm:t>
    </dgm:pt>
    <dgm:pt modelId="{B2F12299-1AB0-4EC3-8C14-DBF41C34CA53}" type="sibTrans" cxnId="{8BEE9953-7003-445C-90C4-21A234A898B2}">
      <dgm:prSet/>
      <dgm:spPr/>
      <dgm:t>
        <a:bodyPr/>
        <a:lstStyle/>
        <a:p>
          <a:endParaRPr lang="vi-VN"/>
        </a:p>
      </dgm:t>
    </dgm:pt>
    <dgm:pt modelId="{9407E4B7-1432-42E6-84FF-E1A32ED8109A}">
      <dgm:prSet phldrT="[Text]"/>
      <dgm:spPr>
        <a:solidFill>
          <a:srgbClr val="1836B2"/>
        </a:solidFill>
      </dgm:spPr>
      <dgm:t>
        <a:bodyPr/>
        <a:lstStyle/>
        <a:p>
          <a:r>
            <a:rPr lang="vi-VN"/>
            <a:t>3.Hiện thực hóa nghiên cứu</a:t>
          </a:r>
        </a:p>
      </dgm:t>
    </dgm:pt>
    <dgm:pt modelId="{038DA8D9-D1F7-46D8-BA5B-C7F033BED2F1}" type="parTrans" cxnId="{D5523E41-7498-4CCE-A80C-9AE556B7149D}">
      <dgm:prSet/>
      <dgm:spPr/>
      <dgm:t>
        <a:bodyPr/>
        <a:lstStyle/>
        <a:p>
          <a:endParaRPr lang="vi-VN"/>
        </a:p>
      </dgm:t>
    </dgm:pt>
    <dgm:pt modelId="{C97B4785-673F-45E1-8327-FAFA7BED8C7D}" type="sibTrans" cxnId="{D5523E41-7498-4CCE-A80C-9AE556B7149D}">
      <dgm:prSet/>
      <dgm:spPr/>
      <dgm:t>
        <a:bodyPr/>
        <a:lstStyle/>
        <a:p>
          <a:endParaRPr lang="vi-VN"/>
        </a:p>
      </dgm:t>
    </dgm:pt>
    <dgm:pt modelId="{45B3D07E-A6D4-4868-85CD-1F1D9628C0E4}">
      <dgm:prSet phldrT="[Text]"/>
      <dgm:spPr>
        <a:solidFill>
          <a:srgbClr val="1836B2"/>
        </a:solidFill>
      </dgm:spPr>
      <dgm:t>
        <a:bodyPr/>
        <a:lstStyle/>
        <a:p>
          <a:r>
            <a:rPr lang="vi-VN"/>
            <a:t>4.Kết quả nghiên cứu</a:t>
          </a:r>
        </a:p>
      </dgm:t>
    </dgm:pt>
    <dgm:pt modelId="{2A8DA729-602E-4730-BDAA-FE4FD0A1B084}" type="parTrans" cxnId="{D538B0D4-BF03-4754-A464-FC9BD831F702}">
      <dgm:prSet/>
      <dgm:spPr/>
      <dgm:t>
        <a:bodyPr/>
        <a:lstStyle/>
        <a:p>
          <a:endParaRPr lang="vi-VN"/>
        </a:p>
      </dgm:t>
    </dgm:pt>
    <dgm:pt modelId="{34BD9D14-5D48-4A1A-B9CF-A53B2447877C}" type="sibTrans" cxnId="{D538B0D4-BF03-4754-A464-FC9BD831F702}">
      <dgm:prSet/>
      <dgm:spPr/>
      <dgm:t>
        <a:bodyPr/>
        <a:lstStyle/>
        <a:p>
          <a:endParaRPr lang="vi-VN"/>
        </a:p>
      </dgm:t>
    </dgm:pt>
    <dgm:pt modelId="{06EE1E1D-5EB6-4E48-A487-BD258476C2C2}">
      <dgm:prSet phldrT="[Text]"/>
      <dgm:spPr>
        <a:solidFill>
          <a:srgbClr val="1836B2"/>
        </a:solidFill>
      </dgm:spPr>
      <dgm:t>
        <a:bodyPr/>
        <a:lstStyle/>
        <a:p>
          <a:r>
            <a:rPr lang="vi-VN"/>
            <a:t>5.Kết luận và Hướng phát triển</a:t>
          </a:r>
        </a:p>
      </dgm:t>
    </dgm:pt>
    <dgm:pt modelId="{51B39D2E-D039-49EC-811A-0E2E5D0666C6}" type="parTrans" cxnId="{17263B98-B5D1-422E-930F-4E2CD01B1126}">
      <dgm:prSet/>
      <dgm:spPr/>
      <dgm:t>
        <a:bodyPr/>
        <a:lstStyle/>
        <a:p>
          <a:endParaRPr lang="vi-VN"/>
        </a:p>
      </dgm:t>
    </dgm:pt>
    <dgm:pt modelId="{7A2C1FAB-277B-410B-A44D-8982278DDD6F}" type="sibTrans" cxnId="{17263B98-B5D1-422E-930F-4E2CD01B1126}">
      <dgm:prSet/>
      <dgm:spPr/>
      <dgm:t>
        <a:bodyPr/>
        <a:lstStyle/>
        <a:p>
          <a:endParaRPr lang="vi-VN"/>
        </a:p>
      </dgm:t>
    </dgm:pt>
    <dgm:pt modelId="{70632DF3-BA43-4155-961D-5E8A7CCD88B1}" type="pres">
      <dgm:prSet presAssocID="{4832D212-B1D5-4D97-830C-C1FDD97ABA39}" presName="linear" presStyleCnt="0">
        <dgm:presLayoutVars>
          <dgm:dir/>
          <dgm:animLvl val="lvl"/>
          <dgm:resizeHandles val="exact"/>
        </dgm:presLayoutVars>
      </dgm:prSet>
      <dgm:spPr/>
    </dgm:pt>
    <dgm:pt modelId="{91B462B0-C99A-4A01-B5C7-80F2516C3E76}" type="pres">
      <dgm:prSet presAssocID="{C5B404E3-9738-4359-9946-F6740935CBCE}" presName="parentLin" presStyleCnt="0"/>
      <dgm:spPr/>
    </dgm:pt>
    <dgm:pt modelId="{6C3F305F-E9FC-40C6-AAF0-E996BD180638}" type="pres">
      <dgm:prSet presAssocID="{C5B404E3-9738-4359-9946-F6740935CBCE}" presName="parentLeftMargin" presStyleLbl="node1" presStyleIdx="0" presStyleCnt="5"/>
      <dgm:spPr/>
    </dgm:pt>
    <dgm:pt modelId="{0DB0571B-975E-4B11-A96A-0E0770E35DD1}" type="pres">
      <dgm:prSet presAssocID="{C5B404E3-9738-4359-9946-F6740935CBCE}" presName="parentText" presStyleLbl="node1" presStyleIdx="0" presStyleCnt="5">
        <dgm:presLayoutVars>
          <dgm:chMax val="0"/>
          <dgm:bulletEnabled val="1"/>
        </dgm:presLayoutVars>
      </dgm:prSet>
      <dgm:spPr/>
    </dgm:pt>
    <dgm:pt modelId="{7A49B681-1325-443A-97F6-436CE08BF776}" type="pres">
      <dgm:prSet presAssocID="{C5B404E3-9738-4359-9946-F6740935CBCE}" presName="negativeSpace" presStyleCnt="0"/>
      <dgm:spPr/>
    </dgm:pt>
    <dgm:pt modelId="{96EFC403-18A2-4E50-8A3A-8EC9DE0DBF01}" type="pres">
      <dgm:prSet presAssocID="{C5B404E3-9738-4359-9946-F6740935CBCE}" presName="childText" presStyleLbl="conFgAcc1" presStyleIdx="0" presStyleCnt="5">
        <dgm:presLayoutVars>
          <dgm:bulletEnabled val="1"/>
        </dgm:presLayoutVars>
      </dgm:prSet>
      <dgm:spPr/>
    </dgm:pt>
    <dgm:pt modelId="{F8814F92-A590-447A-84E3-295707CF3C77}" type="pres">
      <dgm:prSet presAssocID="{B89A4483-BD43-4F0D-BC1C-BAD21DC27644}" presName="spaceBetweenRectangles" presStyleCnt="0"/>
      <dgm:spPr/>
    </dgm:pt>
    <dgm:pt modelId="{5F5B134B-42A6-4660-BFF2-1F7756A6D05E}" type="pres">
      <dgm:prSet presAssocID="{C190F397-EE57-4E32-8932-5398AC56FD17}" presName="parentLin" presStyleCnt="0"/>
      <dgm:spPr/>
    </dgm:pt>
    <dgm:pt modelId="{1CA2EC76-AF2E-48ED-91A8-0EDE96768BF2}" type="pres">
      <dgm:prSet presAssocID="{C190F397-EE57-4E32-8932-5398AC56FD17}" presName="parentLeftMargin" presStyleLbl="node1" presStyleIdx="0" presStyleCnt="5"/>
      <dgm:spPr/>
    </dgm:pt>
    <dgm:pt modelId="{475E9152-648E-4F30-9D55-217368F27B43}" type="pres">
      <dgm:prSet presAssocID="{C190F397-EE57-4E32-8932-5398AC56FD17}" presName="parentText" presStyleLbl="node1" presStyleIdx="1" presStyleCnt="5">
        <dgm:presLayoutVars>
          <dgm:chMax val="0"/>
          <dgm:bulletEnabled val="1"/>
        </dgm:presLayoutVars>
      </dgm:prSet>
      <dgm:spPr/>
    </dgm:pt>
    <dgm:pt modelId="{3C6420D6-15B4-40B6-9E85-5CB2A3A4F0CC}" type="pres">
      <dgm:prSet presAssocID="{C190F397-EE57-4E32-8932-5398AC56FD17}" presName="negativeSpace" presStyleCnt="0"/>
      <dgm:spPr/>
    </dgm:pt>
    <dgm:pt modelId="{153EA545-3F3C-4AE9-B2B9-09E29231347B}" type="pres">
      <dgm:prSet presAssocID="{C190F397-EE57-4E32-8932-5398AC56FD17}" presName="childText" presStyleLbl="conFgAcc1" presStyleIdx="1" presStyleCnt="5">
        <dgm:presLayoutVars>
          <dgm:bulletEnabled val="1"/>
        </dgm:presLayoutVars>
      </dgm:prSet>
      <dgm:spPr/>
    </dgm:pt>
    <dgm:pt modelId="{AB12E511-478B-4AF0-B21D-FC4DD11176B3}" type="pres">
      <dgm:prSet presAssocID="{B2F12299-1AB0-4EC3-8C14-DBF41C34CA53}" presName="spaceBetweenRectangles" presStyleCnt="0"/>
      <dgm:spPr/>
    </dgm:pt>
    <dgm:pt modelId="{F66FD9F8-2DFB-4910-9D4D-2C6FA047AC25}" type="pres">
      <dgm:prSet presAssocID="{9407E4B7-1432-42E6-84FF-E1A32ED8109A}" presName="parentLin" presStyleCnt="0"/>
      <dgm:spPr/>
    </dgm:pt>
    <dgm:pt modelId="{3B398B11-E638-4AFA-B01C-3AAF8182DCA3}" type="pres">
      <dgm:prSet presAssocID="{9407E4B7-1432-42E6-84FF-E1A32ED8109A}" presName="parentLeftMargin" presStyleLbl="node1" presStyleIdx="1" presStyleCnt="5"/>
      <dgm:spPr/>
    </dgm:pt>
    <dgm:pt modelId="{22A3AE60-937B-444B-92AE-FF68DEAA480B}" type="pres">
      <dgm:prSet presAssocID="{9407E4B7-1432-42E6-84FF-E1A32ED8109A}" presName="parentText" presStyleLbl="node1" presStyleIdx="2" presStyleCnt="5">
        <dgm:presLayoutVars>
          <dgm:chMax val="0"/>
          <dgm:bulletEnabled val="1"/>
        </dgm:presLayoutVars>
      </dgm:prSet>
      <dgm:spPr/>
    </dgm:pt>
    <dgm:pt modelId="{E6B68E7B-E094-4524-A611-776CDB789DAC}" type="pres">
      <dgm:prSet presAssocID="{9407E4B7-1432-42E6-84FF-E1A32ED8109A}" presName="negativeSpace" presStyleCnt="0"/>
      <dgm:spPr/>
    </dgm:pt>
    <dgm:pt modelId="{5A7681D4-A116-43C9-B786-FB631F4E6904}" type="pres">
      <dgm:prSet presAssocID="{9407E4B7-1432-42E6-84FF-E1A32ED8109A}" presName="childText" presStyleLbl="conFgAcc1" presStyleIdx="2" presStyleCnt="5">
        <dgm:presLayoutVars>
          <dgm:bulletEnabled val="1"/>
        </dgm:presLayoutVars>
      </dgm:prSet>
      <dgm:spPr/>
    </dgm:pt>
    <dgm:pt modelId="{4FC54A40-6E38-4A91-A135-646FF848F7A2}" type="pres">
      <dgm:prSet presAssocID="{C97B4785-673F-45E1-8327-FAFA7BED8C7D}" presName="spaceBetweenRectangles" presStyleCnt="0"/>
      <dgm:spPr/>
    </dgm:pt>
    <dgm:pt modelId="{4C4BA4F7-70C4-4D7D-8774-9B8F2AD523B9}" type="pres">
      <dgm:prSet presAssocID="{45B3D07E-A6D4-4868-85CD-1F1D9628C0E4}" presName="parentLin" presStyleCnt="0"/>
      <dgm:spPr/>
    </dgm:pt>
    <dgm:pt modelId="{16DC8A74-B44C-4861-B78E-1C1F77D79AB9}" type="pres">
      <dgm:prSet presAssocID="{45B3D07E-A6D4-4868-85CD-1F1D9628C0E4}" presName="parentLeftMargin" presStyleLbl="node1" presStyleIdx="2" presStyleCnt="5"/>
      <dgm:spPr/>
    </dgm:pt>
    <dgm:pt modelId="{56F23A5C-F9EF-4E78-8ED3-5CBD509CE2E2}" type="pres">
      <dgm:prSet presAssocID="{45B3D07E-A6D4-4868-85CD-1F1D9628C0E4}" presName="parentText" presStyleLbl="node1" presStyleIdx="3" presStyleCnt="5">
        <dgm:presLayoutVars>
          <dgm:chMax val="0"/>
          <dgm:bulletEnabled val="1"/>
        </dgm:presLayoutVars>
      </dgm:prSet>
      <dgm:spPr/>
    </dgm:pt>
    <dgm:pt modelId="{069C265E-72CD-4306-B4F4-082DB390D558}" type="pres">
      <dgm:prSet presAssocID="{45B3D07E-A6D4-4868-85CD-1F1D9628C0E4}" presName="negativeSpace" presStyleCnt="0"/>
      <dgm:spPr/>
    </dgm:pt>
    <dgm:pt modelId="{BD9BF5DA-1A7C-41B0-A11C-93FA675AEB9C}" type="pres">
      <dgm:prSet presAssocID="{45B3D07E-A6D4-4868-85CD-1F1D9628C0E4}" presName="childText" presStyleLbl="conFgAcc1" presStyleIdx="3" presStyleCnt="5">
        <dgm:presLayoutVars>
          <dgm:bulletEnabled val="1"/>
        </dgm:presLayoutVars>
      </dgm:prSet>
      <dgm:spPr/>
    </dgm:pt>
    <dgm:pt modelId="{7B406301-448C-4C34-A517-2A217C4ACA6F}" type="pres">
      <dgm:prSet presAssocID="{34BD9D14-5D48-4A1A-B9CF-A53B2447877C}" presName="spaceBetweenRectangles" presStyleCnt="0"/>
      <dgm:spPr/>
    </dgm:pt>
    <dgm:pt modelId="{C7F419C7-FA4C-4207-B9E5-D9807B0267B7}" type="pres">
      <dgm:prSet presAssocID="{06EE1E1D-5EB6-4E48-A487-BD258476C2C2}" presName="parentLin" presStyleCnt="0"/>
      <dgm:spPr/>
    </dgm:pt>
    <dgm:pt modelId="{63C696D7-9DD7-47B2-9989-CCE8BF8A027A}" type="pres">
      <dgm:prSet presAssocID="{06EE1E1D-5EB6-4E48-A487-BD258476C2C2}" presName="parentLeftMargin" presStyleLbl="node1" presStyleIdx="3" presStyleCnt="5"/>
      <dgm:spPr/>
    </dgm:pt>
    <dgm:pt modelId="{80F0EDB4-E709-4DFC-8AE9-CE73C43D5539}" type="pres">
      <dgm:prSet presAssocID="{06EE1E1D-5EB6-4E48-A487-BD258476C2C2}" presName="parentText" presStyleLbl="node1" presStyleIdx="4" presStyleCnt="5">
        <dgm:presLayoutVars>
          <dgm:chMax val="0"/>
          <dgm:bulletEnabled val="1"/>
        </dgm:presLayoutVars>
      </dgm:prSet>
      <dgm:spPr/>
    </dgm:pt>
    <dgm:pt modelId="{D05F7E21-325E-4A81-AC21-714D3FA31D84}" type="pres">
      <dgm:prSet presAssocID="{06EE1E1D-5EB6-4E48-A487-BD258476C2C2}" presName="negativeSpace" presStyleCnt="0"/>
      <dgm:spPr/>
    </dgm:pt>
    <dgm:pt modelId="{E1B73605-99E8-4319-9159-82C2B2A91024}" type="pres">
      <dgm:prSet presAssocID="{06EE1E1D-5EB6-4E48-A487-BD258476C2C2}" presName="childText" presStyleLbl="conFgAcc1" presStyleIdx="4" presStyleCnt="5">
        <dgm:presLayoutVars>
          <dgm:bulletEnabled val="1"/>
        </dgm:presLayoutVars>
      </dgm:prSet>
      <dgm:spPr/>
    </dgm:pt>
  </dgm:ptLst>
  <dgm:cxnLst>
    <dgm:cxn modelId="{8361CE04-ABA0-410B-A489-7E709F875173}" type="presOf" srcId="{06EE1E1D-5EB6-4E48-A487-BD258476C2C2}" destId="{63C696D7-9DD7-47B2-9989-CCE8BF8A027A}" srcOrd="0" destOrd="0" presId="urn:microsoft.com/office/officeart/2005/8/layout/list1"/>
    <dgm:cxn modelId="{61D5370B-D12D-4FE7-9BBF-829EBE078DE5}" type="presOf" srcId="{C190F397-EE57-4E32-8932-5398AC56FD17}" destId="{1CA2EC76-AF2E-48ED-91A8-0EDE96768BF2}" srcOrd="0" destOrd="0" presId="urn:microsoft.com/office/officeart/2005/8/layout/list1"/>
    <dgm:cxn modelId="{8B28E420-793C-4303-911C-399C08C539AA}" type="presOf" srcId="{45B3D07E-A6D4-4868-85CD-1F1D9628C0E4}" destId="{56F23A5C-F9EF-4E78-8ED3-5CBD509CE2E2}" srcOrd="1" destOrd="0" presId="urn:microsoft.com/office/officeart/2005/8/layout/list1"/>
    <dgm:cxn modelId="{1B3DB938-ABEE-459F-8B00-84C717E2EDD0}" srcId="{4832D212-B1D5-4D97-830C-C1FDD97ABA39}" destId="{C5B404E3-9738-4359-9946-F6740935CBCE}" srcOrd="0" destOrd="0" parTransId="{1807DC0E-8249-4BAE-AF3F-84AE526D77C5}" sibTransId="{B89A4483-BD43-4F0D-BC1C-BAD21DC27644}"/>
    <dgm:cxn modelId="{8F04D55B-A18F-4523-93B8-9DEA81C2FFFA}" type="presOf" srcId="{C5B404E3-9738-4359-9946-F6740935CBCE}" destId="{0DB0571B-975E-4B11-A96A-0E0770E35DD1}" srcOrd="1" destOrd="0" presId="urn:microsoft.com/office/officeart/2005/8/layout/list1"/>
    <dgm:cxn modelId="{C461885F-5C76-4767-BB42-E43A61C12F59}" type="presOf" srcId="{45B3D07E-A6D4-4868-85CD-1F1D9628C0E4}" destId="{16DC8A74-B44C-4861-B78E-1C1F77D79AB9}" srcOrd="0" destOrd="0" presId="urn:microsoft.com/office/officeart/2005/8/layout/list1"/>
    <dgm:cxn modelId="{D5523E41-7498-4CCE-A80C-9AE556B7149D}" srcId="{4832D212-B1D5-4D97-830C-C1FDD97ABA39}" destId="{9407E4B7-1432-42E6-84FF-E1A32ED8109A}" srcOrd="2" destOrd="0" parTransId="{038DA8D9-D1F7-46D8-BA5B-C7F033BED2F1}" sibTransId="{C97B4785-673F-45E1-8327-FAFA7BED8C7D}"/>
    <dgm:cxn modelId="{EA0E4B4B-F5C0-4983-8273-380AC0F977AC}" type="presOf" srcId="{9407E4B7-1432-42E6-84FF-E1A32ED8109A}" destId="{22A3AE60-937B-444B-92AE-FF68DEAA480B}" srcOrd="1" destOrd="0" presId="urn:microsoft.com/office/officeart/2005/8/layout/list1"/>
    <dgm:cxn modelId="{BF7FDA50-8910-4CC9-81E4-E308869BBE9A}" type="presOf" srcId="{4832D212-B1D5-4D97-830C-C1FDD97ABA39}" destId="{70632DF3-BA43-4155-961D-5E8A7CCD88B1}" srcOrd="0" destOrd="0" presId="urn:microsoft.com/office/officeart/2005/8/layout/list1"/>
    <dgm:cxn modelId="{8BEE9953-7003-445C-90C4-21A234A898B2}" srcId="{4832D212-B1D5-4D97-830C-C1FDD97ABA39}" destId="{C190F397-EE57-4E32-8932-5398AC56FD17}" srcOrd="1" destOrd="0" parTransId="{AC039379-1074-4E52-81D0-8415F605AC09}" sibTransId="{B2F12299-1AB0-4EC3-8C14-DBF41C34CA53}"/>
    <dgm:cxn modelId="{573F167E-F5C7-4223-9A60-7D4B18DD270B}" type="presOf" srcId="{9407E4B7-1432-42E6-84FF-E1A32ED8109A}" destId="{3B398B11-E638-4AFA-B01C-3AAF8182DCA3}" srcOrd="0" destOrd="0" presId="urn:microsoft.com/office/officeart/2005/8/layout/list1"/>
    <dgm:cxn modelId="{422A4B8A-49FB-4DB5-837A-81A9103E04E2}" type="presOf" srcId="{06EE1E1D-5EB6-4E48-A487-BD258476C2C2}" destId="{80F0EDB4-E709-4DFC-8AE9-CE73C43D5539}" srcOrd="1" destOrd="0" presId="urn:microsoft.com/office/officeart/2005/8/layout/list1"/>
    <dgm:cxn modelId="{7EB0A097-8A73-4366-9EF0-7FAE69E425DE}" type="presOf" srcId="{C5B404E3-9738-4359-9946-F6740935CBCE}" destId="{6C3F305F-E9FC-40C6-AAF0-E996BD180638}" srcOrd="0" destOrd="0" presId="urn:microsoft.com/office/officeart/2005/8/layout/list1"/>
    <dgm:cxn modelId="{17263B98-B5D1-422E-930F-4E2CD01B1126}" srcId="{4832D212-B1D5-4D97-830C-C1FDD97ABA39}" destId="{06EE1E1D-5EB6-4E48-A487-BD258476C2C2}" srcOrd="4" destOrd="0" parTransId="{51B39D2E-D039-49EC-811A-0E2E5D0666C6}" sibTransId="{7A2C1FAB-277B-410B-A44D-8982278DDD6F}"/>
    <dgm:cxn modelId="{F0CAF7B9-2E33-4867-8DC9-8B6A690936C2}" type="presOf" srcId="{C190F397-EE57-4E32-8932-5398AC56FD17}" destId="{475E9152-648E-4F30-9D55-217368F27B43}" srcOrd="1" destOrd="0" presId="urn:microsoft.com/office/officeart/2005/8/layout/list1"/>
    <dgm:cxn modelId="{D538B0D4-BF03-4754-A464-FC9BD831F702}" srcId="{4832D212-B1D5-4D97-830C-C1FDD97ABA39}" destId="{45B3D07E-A6D4-4868-85CD-1F1D9628C0E4}" srcOrd="3" destOrd="0" parTransId="{2A8DA729-602E-4730-BDAA-FE4FD0A1B084}" sibTransId="{34BD9D14-5D48-4A1A-B9CF-A53B2447877C}"/>
    <dgm:cxn modelId="{CD203545-2C76-41A6-9D91-23C72B67D46A}" type="presParOf" srcId="{70632DF3-BA43-4155-961D-5E8A7CCD88B1}" destId="{91B462B0-C99A-4A01-B5C7-80F2516C3E76}" srcOrd="0" destOrd="0" presId="urn:microsoft.com/office/officeart/2005/8/layout/list1"/>
    <dgm:cxn modelId="{D29EFC95-60D8-47FC-A6CC-DE41689D087D}" type="presParOf" srcId="{91B462B0-C99A-4A01-B5C7-80F2516C3E76}" destId="{6C3F305F-E9FC-40C6-AAF0-E996BD180638}" srcOrd="0" destOrd="0" presId="urn:microsoft.com/office/officeart/2005/8/layout/list1"/>
    <dgm:cxn modelId="{9D9AE209-906F-45D6-BCBB-AAB269D0FEF9}" type="presParOf" srcId="{91B462B0-C99A-4A01-B5C7-80F2516C3E76}" destId="{0DB0571B-975E-4B11-A96A-0E0770E35DD1}" srcOrd="1" destOrd="0" presId="urn:microsoft.com/office/officeart/2005/8/layout/list1"/>
    <dgm:cxn modelId="{4F3B1BC9-9043-4F63-9F52-8FD968F6E645}" type="presParOf" srcId="{70632DF3-BA43-4155-961D-5E8A7CCD88B1}" destId="{7A49B681-1325-443A-97F6-436CE08BF776}" srcOrd="1" destOrd="0" presId="urn:microsoft.com/office/officeart/2005/8/layout/list1"/>
    <dgm:cxn modelId="{C3FDDF27-2FAE-4483-8E7D-21C221B26E72}" type="presParOf" srcId="{70632DF3-BA43-4155-961D-5E8A7CCD88B1}" destId="{96EFC403-18A2-4E50-8A3A-8EC9DE0DBF01}" srcOrd="2" destOrd="0" presId="urn:microsoft.com/office/officeart/2005/8/layout/list1"/>
    <dgm:cxn modelId="{83E93238-ECC7-4028-B2E8-2A888522DA00}" type="presParOf" srcId="{70632DF3-BA43-4155-961D-5E8A7CCD88B1}" destId="{F8814F92-A590-447A-84E3-295707CF3C77}" srcOrd="3" destOrd="0" presId="urn:microsoft.com/office/officeart/2005/8/layout/list1"/>
    <dgm:cxn modelId="{F2806926-A0DF-4087-941E-A8E5B321BA94}" type="presParOf" srcId="{70632DF3-BA43-4155-961D-5E8A7CCD88B1}" destId="{5F5B134B-42A6-4660-BFF2-1F7756A6D05E}" srcOrd="4" destOrd="0" presId="urn:microsoft.com/office/officeart/2005/8/layout/list1"/>
    <dgm:cxn modelId="{C19B734E-8FF0-422B-B46D-9FDD8766BD37}" type="presParOf" srcId="{5F5B134B-42A6-4660-BFF2-1F7756A6D05E}" destId="{1CA2EC76-AF2E-48ED-91A8-0EDE96768BF2}" srcOrd="0" destOrd="0" presId="urn:microsoft.com/office/officeart/2005/8/layout/list1"/>
    <dgm:cxn modelId="{66A01560-9FC6-4CC8-A71D-472A4AAA814B}" type="presParOf" srcId="{5F5B134B-42A6-4660-BFF2-1F7756A6D05E}" destId="{475E9152-648E-4F30-9D55-217368F27B43}" srcOrd="1" destOrd="0" presId="urn:microsoft.com/office/officeart/2005/8/layout/list1"/>
    <dgm:cxn modelId="{3F8FC17C-2B08-4B23-8BD1-B9DDBC3F81DC}" type="presParOf" srcId="{70632DF3-BA43-4155-961D-5E8A7CCD88B1}" destId="{3C6420D6-15B4-40B6-9E85-5CB2A3A4F0CC}" srcOrd="5" destOrd="0" presId="urn:microsoft.com/office/officeart/2005/8/layout/list1"/>
    <dgm:cxn modelId="{030381FA-3550-47A6-9CE0-1B2D18E1A718}" type="presParOf" srcId="{70632DF3-BA43-4155-961D-5E8A7CCD88B1}" destId="{153EA545-3F3C-4AE9-B2B9-09E29231347B}" srcOrd="6" destOrd="0" presId="urn:microsoft.com/office/officeart/2005/8/layout/list1"/>
    <dgm:cxn modelId="{1E5F10C8-721B-44FB-A932-1E47D4C7FD9F}" type="presParOf" srcId="{70632DF3-BA43-4155-961D-5E8A7CCD88B1}" destId="{AB12E511-478B-4AF0-B21D-FC4DD11176B3}" srcOrd="7" destOrd="0" presId="urn:microsoft.com/office/officeart/2005/8/layout/list1"/>
    <dgm:cxn modelId="{0FE91869-D340-4C9E-B55D-8BD8AB6C1684}" type="presParOf" srcId="{70632DF3-BA43-4155-961D-5E8A7CCD88B1}" destId="{F66FD9F8-2DFB-4910-9D4D-2C6FA047AC25}" srcOrd="8" destOrd="0" presId="urn:microsoft.com/office/officeart/2005/8/layout/list1"/>
    <dgm:cxn modelId="{E66A5103-82B5-4D41-B8A6-DA214E4E8C98}" type="presParOf" srcId="{F66FD9F8-2DFB-4910-9D4D-2C6FA047AC25}" destId="{3B398B11-E638-4AFA-B01C-3AAF8182DCA3}" srcOrd="0" destOrd="0" presId="urn:microsoft.com/office/officeart/2005/8/layout/list1"/>
    <dgm:cxn modelId="{275C9A50-C525-4F92-B246-E4B1B9B961A0}" type="presParOf" srcId="{F66FD9F8-2DFB-4910-9D4D-2C6FA047AC25}" destId="{22A3AE60-937B-444B-92AE-FF68DEAA480B}" srcOrd="1" destOrd="0" presId="urn:microsoft.com/office/officeart/2005/8/layout/list1"/>
    <dgm:cxn modelId="{134404E0-D27F-4FA3-B955-3BE649773AC5}" type="presParOf" srcId="{70632DF3-BA43-4155-961D-5E8A7CCD88B1}" destId="{E6B68E7B-E094-4524-A611-776CDB789DAC}" srcOrd="9" destOrd="0" presId="urn:microsoft.com/office/officeart/2005/8/layout/list1"/>
    <dgm:cxn modelId="{0EAD651A-0805-4CA9-B3F0-9760C889152C}" type="presParOf" srcId="{70632DF3-BA43-4155-961D-5E8A7CCD88B1}" destId="{5A7681D4-A116-43C9-B786-FB631F4E6904}" srcOrd="10" destOrd="0" presId="urn:microsoft.com/office/officeart/2005/8/layout/list1"/>
    <dgm:cxn modelId="{BE026F97-C410-4229-A04E-0B50ABB865EE}" type="presParOf" srcId="{70632DF3-BA43-4155-961D-5E8A7CCD88B1}" destId="{4FC54A40-6E38-4A91-A135-646FF848F7A2}" srcOrd="11" destOrd="0" presId="urn:microsoft.com/office/officeart/2005/8/layout/list1"/>
    <dgm:cxn modelId="{57A3EBA1-D767-497E-8E3C-877B49D662EA}" type="presParOf" srcId="{70632DF3-BA43-4155-961D-5E8A7CCD88B1}" destId="{4C4BA4F7-70C4-4D7D-8774-9B8F2AD523B9}" srcOrd="12" destOrd="0" presId="urn:microsoft.com/office/officeart/2005/8/layout/list1"/>
    <dgm:cxn modelId="{64F49D09-BB69-4913-96B7-7F8F817D0D78}" type="presParOf" srcId="{4C4BA4F7-70C4-4D7D-8774-9B8F2AD523B9}" destId="{16DC8A74-B44C-4861-B78E-1C1F77D79AB9}" srcOrd="0" destOrd="0" presId="urn:microsoft.com/office/officeart/2005/8/layout/list1"/>
    <dgm:cxn modelId="{FD0A00CB-8891-47E4-9FA9-253845B64C91}" type="presParOf" srcId="{4C4BA4F7-70C4-4D7D-8774-9B8F2AD523B9}" destId="{56F23A5C-F9EF-4E78-8ED3-5CBD509CE2E2}" srcOrd="1" destOrd="0" presId="urn:microsoft.com/office/officeart/2005/8/layout/list1"/>
    <dgm:cxn modelId="{CC889C26-A7D1-4AB2-B5CB-051F5DC63332}" type="presParOf" srcId="{70632DF3-BA43-4155-961D-5E8A7CCD88B1}" destId="{069C265E-72CD-4306-B4F4-082DB390D558}" srcOrd="13" destOrd="0" presId="urn:microsoft.com/office/officeart/2005/8/layout/list1"/>
    <dgm:cxn modelId="{CA1473CD-9C1F-4E40-9388-3AB5E3F44D3E}" type="presParOf" srcId="{70632DF3-BA43-4155-961D-5E8A7CCD88B1}" destId="{BD9BF5DA-1A7C-41B0-A11C-93FA675AEB9C}" srcOrd="14" destOrd="0" presId="urn:microsoft.com/office/officeart/2005/8/layout/list1"/>
    <dgm:cxn modelId="{891ECE6B-0EAD-4744-8FA6-FC325F7503DD}" type="presParOf" srcId="{70632DF3-BA43-4155-961D-5E8A7CCD88B1}" destId="{7B406301-448C-4C34-A517-2A217C4ACA6F}" srcOrd="15" destOrd="0" presId="urn:microsoft.com/office/officeart/2005/8/layout/list1"/>
    <dgm:cxn modelId="{1A502E95-B718-4044-800C-62BC24C280D1}" type="presParOf" srcId="{70632DF3-BA43-4155-961D-5E8A7CCD88B1}" destId="{C7F419C7-FA4C-4207-B9E5-D9807B0267B7}" srcOrd="16" destOrd="0" presId="urn:microsoft.com/office/officeart/2005/8/layout/list1"/>
    <dgm:cxn modelId="{0F490D21-9C55-4BA1-8E56-EAC139E2B253}" type="presParOf" srcId="{C7F419C7-FA4C-4207-B9E5-D9807B0267B7}" destId="{63C696D7-9DD7-47B2-9989-CCE8BF8A027A}" srcOrd="0" destOrd="0" presId="urn:microsoft.com/office/officeart/2005/8/layout/list1"/>
    <dgm:cxn modelId="{32FB7423-BAB7-4126-B7FC-62B5318F70E4}" type="presParOf" srcId="{C7F419C7-FA4C-4207-B9E5-D9807B0267B7}" destId="{80F0EDB4-E709-4DFC-8AE9-CE73C43D5539}" srcOrd="1" destOrd="0" presId="urn:microsoft.com/office/officeart/2005/8/layout/list1"/>
    <dgm:cxn modelId="{B1607EE0-05B1-48BD-B739-9FE2AB29FD7C}" type="presParOf" srcId="{70632DF3-BA43-4155-961D-5E8A7CCD88B1}" destId="{D05F7E21-325E-4A81-AC21-714D3FA31D84}" srcOrd="17" destOrd="0" presId="urn:microsoft.com/office/officeart/2005/8/layout/list1"/>
    <dgm:cxn modelId="{62E3534F-5916-48EC-8D3B-CE97F9236E2F}" type="presParOf" srcId="{70632DF3-BA43-4155-961D-5E8A7CCD88B1}" destId="{E1B73605-99E8-4319-9159-82C2B2A91024}" srcOrd="18"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EFC403-18A2-4E50-8A3A-8EC9DE0DBF01}">
      <dsp:nvSpPr>
        <dsp:cNvPr id="0" name=""/>
        <dsp:cNvSpPr/>
      </dsp:nvSpPr>
      <dsp:spPr>
        <a:xfrm>
          <a:off x="0" y="610159"/>
          <a:ext cx="12192000" cy="907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DB0571B-975E-4B11-A96A-0E0770E35DD1}">
      <dsp:nvSpPr>
        <dsp:cNvPr id="0" name=""/>
        <dsp:cNvSpPr/>
      </dsp:nvSpPr>
      <dsp:spPr>
        <a:xfrm>
          <a:off x="609600" y="78799"/>
          <a:ext cx="8534400" cy="1062720"/>
        </a:xfrm>
        <a:prstGeom prst="roundRect">
          <a:avLst/>
        </a:prstGeom>
        <a:solidFill>
          <a:srgbClr val="1836B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600200">
            <a:lnSpc>
              <a:spcPct val="90000"/>
            </a:lnSpc>
            <a:spcBef>
              <a:spcPct val="0"/>
            </a:spcBef>
            <a:spcAft>
              <a:spcPct val="35000"/>
            </a:spcAft>
            <a:buNone/>
          </a:pPr>
          <a:r>
            <a:rPr lang="vi-VN" sz="3600" kern="1200"/>
            <a:t>1.Tổng quan nghiên cứu</a:t>
          </a:r>
        </a:p>
      </dsp:txBody>
      <dsp:txXfrm>
        <a:off x="661478" y="130677"/>
        <a:ext cx="8430644" cy="958964"/>
      </dsp:txXfrm>
    </dsp:sp>
    <dsp:sp modelId="{153EA545-3F3C-4AE9-B2B9-09E29231347B}">
      <dsp:nvSpPr>
        <dsp:cNvPr id="0" name=""/>
        <dsp:cNvSpPr/>
      </dsp:nvSpPr>
      <dsp:spPr>
        <a:xfrm>
          <a:off x="0" y="2243119"/>
          <a:ext cx="12192000" cy="907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75E9152-648E-4F30-9D55-217368F27B43}">
      <dsp:nvSpPr>
        <dsp:cNvPr id="0" name=""/>
        <dsp:cNvSpPr/>
      </dsp:nvSpPr>
      <dsp:spPr>
        <a:xfrm>
          <a:off x="609600" y="1711759"/>
          <a:ext cx="8534400" cy="1062720"/>
        </a:xfrm>
        <a:prstGeom prst="roundRect">
          <a:avLst/>
        </a:prstGeom>
        <a:solidFill>
          <a:srgbClr val="1836B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600200">
            <a:lnSpc>
              <a:spcPct val="90000"/>
            </a:lnSpc>
            <a:spcBef>
              <a:spcPct val="0"/>
            </a:spcBef>
            <a:spcAft>
              <a:spcPct val="35000"/>
            </a:spcAft>
            <a:buNone/>
          </a:pPr>
          <a:r>
            <a:rPr lang="vi-VN" sz="3600" kern="1200"/>
            <a:t>2.Phương pháp nghiên cứu</a:t>
          </a:r>
        </a:p>
      </dsp:txBody>
      <dsp:txXfrm>
        <a:off x="661478" y="1763637"/>
        <a:ext cx="8430644" cy="958964"/>
      </dsp:txXfrm>
    </dsp:sp>
    <dsp:sp modelId="{5A7681D4-A116-43C9-B786-FB631F4E6904}">
      <dsp:nvSpPr>
        <dsp:cNvPr id="0" name=""/>
        <dsp:cNvSpPr/>
      </dsp:nvSpPr>
      <dsp:spPr>
        <a:xfrm>
          <a:off x="0" y="3876079"/>
          <a:ext cx="12192000" cy="907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2A3AE60-937B-444B-92AE-FF68DEAA480B}">
      <dsp:nvSpPr>
        <dsp:cNvPr id="0" name=""/>
        <dsp:cNvSpPr/>
      </dsp:nvSpPr>
      <dsp:spPr>
        <a:xfrm>
          <a:off x="609600" y="3344719"/>
          <a:ext cx="8534400" cy="1062720"/>
        </a:xfrm>
        <a:prstGeom prst="roundRect">
          <a:avLst/>
        </a:prstGeom>
        <a:solidFill>
          <a:srgbClr val="1836B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600200">
            <a:lnSpc>
              <a:spcPct val="90000"/>
            </a:lnSpc>
            <a:spcBef>
              <a:spcPct val="0"/>
            </a:spcBef>
            <a:spcAft>
              <a:spcPct val="35000"/>
            </a:spcAft>
            <a:buNone/>
          </a:pPr>
          <a:r>
            <a:rPr lang="vi-VN" sz="3600" kern="1200"/>
            <a:t>3.Hiện thực hóa nghiên cứu</a:t>
          </a:r>
        </a:p>
      </dsp:txBody>
      <dsp:txXfrm>
        <a:off x="661478" y="3396597"/>
        <a:ext cx="8430644" cy="958964"/>
      </dsp:txXfrm>
    </dsp:sp>
    <dsp:sp modelId="{BD9BF5DA-1A7C-41B0-A11C-93FA675AEB9C}">
      <dsp:nvSpPr>
        <dsp:cNvPr id="0" name=""/>
        <dsp:cNvSpPr/>
      </dsp:nvSpPr>
      <dsp:spPr>
        <a:xfrm>
          <a:off x="0" y="5509040"/>
          <a:ext cx="12192000" cy="907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6F23A5C-F9EF-4E78-8ED3-5CBD509CE2E2}">
      <dsp:nvSpPr>
        <dsp:cNvPr id="0" name=""/>
        <dsp:cNvSpPr/>
      </dsp:nvSpPr>
      <dsp:spPr>
        <a:xfrm>
          <a:off x="609600" y="4977680"/>
          <a:ext cx="8534400" cy="1062720"/>
        </a:xfrm>
        <a:prstGeom prst="roundRect">
          <a:avLst/>
        </a:prstGeom>
        <a:solidFill>
          <a:srgbClr val="1836B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600200">
            <a:lnSpc>
              <a:spcPct val="90000"/>
            </a:lnSpc>
            <a:spcBef>
              <a:spcPct val="0"/>
            </a:spcBef>
            <a:spcAft>
              <a:spcPct val="35000"/>
            </a:spcAft>
            <a:buNone/>
          </a:pPr>
          <a:r>
            <a:rPr lang="vi-VN" sz="3600" kern="1200"/>
            <a:t>4.Kết quả nghiên cứu</a:t>
          </a:r>
        </a:p>
      </dsp:txBody>
      <dsp:txXfrm>
        <a:off x="661478" y="5029558"/>
        <a:ext cx="8430644" cy="958964"/>
      </dsp:txXfrm>
    </dsp:sp>
    <dsp:sp modelId="{E1B73605-99E8-4319-9159-82C2B2A91024}">
      <dsp:nvSpPr>
        <dsp:cNvPr id="0" name=""/>
        <dsp:cNvSpPr/>
      </dsp:nvSpPr>
      <dsp:spPr>
        <a:xfrm>
          <a:off x="0" y="7142000"/>
          <a:ext cx="12192000" cy="907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0F0EDB4-E709-4DFC-8AE9-CE73C43D5539}">
      <dsp:nvSpPr>
        <dsp:cNvPr id="0" name=""/>
        <dsp:cNvSpPr/>
      </dsp:nvSpPr>
      <dsp:spPr>
        <a:xfrm>
          <a:off x="609600" y="6610640"/>
          <a:ext cx="8534400" cy="1062720"/>
        </a:xfrm>
        <a:prstGeom prst="roundRect">
          <a:avLst/>
        </a:prstGeom>
        <a:solidFill>
          <a:srgbClr val="1836B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600200">
            <a:lnSpc>
              <a:spcPct val="90000"/>
            </a:lnSpc>
            <a:spcBef>
              <a:spcPct val="0"/>
            </a:spcBef>
            <a:spcAft>
              <a:spcPct val="35000"/>
            </a:spcAft>
            <a:buNone/>
          </a:pPr>
          <a:r>
            <a:rPr lang="vi-VN" sz="3600" kern="1200"/>
            <a:t>5.Kết luận và Hướng phát triển</a:t>
          </a:r>
        </a:p>
      </dsp:txBody>
      <dsp:txXfrm>
        <a:off x="661478" y="6662518"/>
        <a:ext cx="8430644" cy="95896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F1ACC2-EE3F-4E97-80EF-46F1D422DDA2}" type="datetimeFigureOut">
              <a:rPr lang="vi-VN" smtClean="0"/>
              <a:t>26/12/2025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289FAB-4AFF-4F6E-AC9C-8C8B17B454C6}" type="slidenum">
              <a:rPr lang="vi-VN" smtClean="0"/>
              <a:t>‹#›</a:t>
            </a:fld>
            <a:endParaRPr lang="vi-VN"/>
          </a:p>
        </p:txBody>
      </p:sp>
    </p:spTree>
    <p:extLst>
      <p:ext uri="{BB962C8B-B14F-4D97-AF65-F5344CB8AC3E}">
        <p14:creationId xmlns:p14="http://schemas.microsoft.com/office/powerpoint/2010/main" val="3342843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A3289FAB-4AFF-4F6E-AC9C-8C8B17B454C6}" type="slidenum">
              <a:rPr lang="vi-VN" smtClean="0"/>
              <a:t>10</a:t>
            </a:fld>
            <a:endParaRPr lang="vi-VN"/>
          </a:p>
        </p:txBody>
      </p:sp>
    </p:spTree>
    <p:extLst>
      <p:ext uri="{BB962C8B-B14F-4D97-AF65-F5344CB8AC3E}">
        <p14:creationId xmlns:p14="http://schemas.microsoft.com/office/powerpoint/2010/main" val="3316769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F394C-461F-3B25-B4A3-78F9674C96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8A50F9-8B57-2CCD-1B64-8C9A0DDA45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DE6971-6474-255A-50CE-72B1DF541E48}"/>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7C019E2-3C20-BE23-661E-7C6E3F1AA53A}"/>
              </a:ext>
            </a:extLst>
          </p:cNvPr>
          <p:cNvSpPr>
            <a:spLocks noGrp="1"/>
          </p:cNvSpPr>
          <p:nvPr>
            <p:ph type="sldNum" sz="quarter" idx="5"/>
          </p:nvPr>
        </p:nvSpPr>
        <p:spPr/>
        <p:txBody>
          <a:bodyPr/>
          <a:lstStyle/>
          <a:p>
            <a:fld id="{A3289FAB-4AFF-4F6E-AC9C-8C8B17B454C6}" type="slidenum">
              <a:rPr lang="vi-VN" smtClean="0"/>
              <a:t>27</a:t>
            </a:fld>
            <a:endParaRPr lang="vi-VN"/>
          </a:p>
        </p:txBody>
      </p:sp>
    </p:spTree>
    <p:extLst>
      <p:ext uri="{BB962C8B-B14F-4D97-AF65-F5344CB8AC3E}">
        <p14:creationId xmlns:p14="http://schemas.microsoft.com/office/powerpoint/2010/main" val="4069766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5B286-C57F-9921-B735-5C5F90D61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60AA4-FD2E-1D08-4016-A2F58C6A7B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195744-108D-F4D4-1919-86A46D1587E2}"/>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839D23A4-29D5-1AF6-FAC4-325C3082B2A9}"/>
              </a:ext>
            </a:extLst>
          </p:cNvPr>
          <p:cNvSpPr>
            <a:spLocks noGrp="1"/>
          </p:cNvSpPr>
          <p:nvPr>
            <p:ph type="sldNum" sz="quarter" idx="5"/>
          </p:nvPr>
        </p:nvSpPr>
        <p:spPr/>
        <p:txBody>
          <a:bodyPr/>
          <a:lstStyle/>
          <a:p>
            <a:fld id="{A3289FAB-4AFF-4F6E-AC9C-8C8B17B454C6}" type="slidenum">
              <a:rPr lang="vi-VN" smtClean="0"/>
              <a:t>28</a:t>
            </a:fld>
            <a:endParaRPr lang="vi-VN"/>
          </a:p>
        </p:txBody>
      </p:sp>
    </p:spTree>
    <p:extLst>
      <p:ext uri="{BB962C8B-B14F-4D97-AF65-F5344CB8AC3E}">
        <p14:creationId xmlns:p14="http://schemas.microsoft.com/office/powerpoint/2010/main" val="921227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C8A7E07-5835-49BD-9627-916F829EF4E5}" type="datetime1">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0BD179-6224-4CB0-9AA1-47FC2AE2E5F3}" type="datetime1">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9B02C0-D002-4C0A-9095-2191C7EB0E93}" type="datetime1">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07223F9-5AC7-44BB-9BB2-8AB0603E53CD}" type="datetime1">
              <a:rPr lang="en-US" smtClean="0"/>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11911E-DBC4-4D2F-924A-267BDEE95C83}" type="datetime1">
              <a:rPr lang="en-US" smtClean="0"/>
              <a:t>12/26/2025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E1DD720-CFD1-4013-8EEC-77D711C9580C}" type="datetime1">
              <a:rPr lang="en-US" smtClean="0"/>
              <a:t>12/26/2025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E253FD-4131-4BA9-BB3E-61573327AD3D}" type="datetime1">
              <a:rPr lang="en-US" smtClean="0"/>
              <a:t>12/26/2025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6169640" y="9899015"/>
            <a:ext cx="2133600" cy="365125"/>
          </a:xfrm>
        </p:spPr>
        <p:txBody>
          <a:bodyPr/>
          <a:lstStyle>
            <a:lvl1pPr>
              <a:defRPr sz="2800">
                <a:solidFill>
                  <a:schemeClr val="tx1"/>
                </a:solidFill>
              </a:defRPr>
            </a:lvl1pPr>
          </a:lstStyle>
          <a:p>
            <a:fld id="{B6F15528-21DE-4FAA-801E-634DDDAF4B2B}" type="slidenum">
              <a:rPr lang="en-US" smtClean="0"/>
              <a:pPr/>
              <a:t>‹#›</a:t>
            </a:fld>
            <a:endParaRPr lang="en-US" sz="2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8C4FA0-FD7C-417F-AC8F-8C0EDBE8492B}" type="datetime1">
              <a:rPr lang="en-US" smtClean="0"/>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075BBD-E7FB-4908-93E3-6036CBC99568}" type="datetime1">
              <a:rPr lang="en-US" smtClean="0"/>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B59B24-C325-4C3E-B59D-89962B390960}" type="datetime1">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E9A426-8C58-4FEB-AC7E-76650CB92295}" type="datetime1">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40B974-26A2-4ED0-B838-75D87BB2E101}" type="datetime1">
              <a:rPr lang="en-US" smtClean="0"/>
              <a:t>12/26/2025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svg"/><Relationship Id="rId7" Type="http://schemas.openxmlformats.org/officeDocument/2006/relationships/diagramColors" Target="../diagrams/colors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5.jpg"/><Relationship Id="rId5" Type="http://schemas.openxmlformats.org/officeDocument/2006/relationships/image" Target="../media/image24.sv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24.sv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jpg"/><Relationship Id="rId5" Type="http://schemas.openxmlformats.org/officeDocument/2006/relationships/image" Target="../media/image24.sv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4.sv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rot="-10800000">
            <a:off x="-1843789" y="-3606082"/>
            <a:ext cx="10210354" cy="6226137"/>
            <a:chOff x="0" y="0"/>
            <a:chExt cx="8809804" cy="5372100"/>
          </a:xfrm>
        </p:grpSpPr>
        <p:sp>
          <p:nvSpPr>
            <p:cNvPr id="6" name="Freeform 6"/>
            <p:cNvSpPr/>
            <p:nvPr/>
          </p:nvSpPr>
          <p:spPr>
            <a:xfrm>
              <a:off x="0" y="0"/>
              <a:ext cx="8809803" cy="5372100"/>
            </a:xfrm>
            <a:custGeom>
              <a:avLst/>
              <a:gdLst/>
              <a:ahLst/>
              <a:cxnLst/>
              <a:rect l="l" t="t" r="r" b="b"/>
              <a:pathLst>
                <a:path w="8809803" h="5372100">
                  <a:moveTo>
                    <a:pt x="7259134" y="0"/>
                  </a:moveTo>
                  <a:lnTo>
                    <a:pt x="1550670" y="0"/>
                  </a:lnTo>
                  <a:lnTo>
                    <a:pt x="0" y="2686050"/>
                  </a:lnTo>
                  <a:lnTo>
                    <a:pt x="1550670" y="5372100"/>
                  </a:lnTo>
                  <a:lnTo>
                    <a:pt x="7259134" y="5372100"/>
                  </a:lnTo>
                  <a:lnTo>
                    <a:pt x="8809803" y="2686050"/>
                  </a:lnTo>
                  <a:lnTo>
                    <a:pt x="7259134" y="0"/>
                  </a:lnTo>
                  <a:close/>
                </a:path>
              </a:pathLst>
            </a:custGeom>
            <a:solidFill>
              <a:srgbClr val="1836B2"/>
            </a:solidFill>
          </p:spPr>
          <p:txBody>
            <a:bodyPr/>
            <a:lstStyle/>
            <a:p>
              <a:endParaRPr lang="vi-VN"/>
            </a:p>
          </p:txBody>
        </p:sp>
      </p:grpSp>
      <p:grpSp>
        <p:nvGrpSpPr>
          <p:cNvPr id="2" name="Group 2"/>
          <p:cNvGrpSpPr/>
          <p:nvPr/>
        </p:nvGrpSpPr>
        <p:grpSpPr>
          <a:xfrm>
            <a:off x="16990554" y="-9137"/>
            <a:ext cx="4742962" cy="4392438"/>
            <a:chOff x="0" y="0"/>
            <a:chExt cx="5800804" cy="5372100"/>
          </a:xfrm>
        </p:grpSpPr>
        <p:sp>
          <p:nvSpPr>
            <p:cNvPr id="3" name="Freeform 3"/>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sp>
        <p:nvSpPr>
          <p:cNvPr id="4" name="TextBox 4"/>
          <p:cNvSpPr txBox="1"/>
          <p:nvPr/>
        </p:nvSpPr>
        <p:spPr>
          <a:xfrm>
            <a:off x="8527828" y="709236"/>
            <a:ext cx="9299652" cy="1373518"/>
          </a:xfrm>
          <a:prstGeom prst="rect">
            <a:avLst/>
          </a:prstGeom>
        </p:spPr>
        <p:txBody>
          <a:bodyPr wrap="square" lIns="0" tIns="0" rIns="0" bIns="0" rtlCol="0" anchor="t">
            <a:spAutoFit/>
          </a:bodyPr>
          <a:lstStyle/>
          <a:p>
            <a:pPr algn="ctr">
              <a:lnSpc>
                <a:spcPts val="5599"/>
              </a:lnSpc>
            </a:pPr>
            <a:r>
              <a:rPr lang="vi-VN" sz="3999" b="1">
                <a:solidFill>
                  <a:srgbClr val="000000"/>
                </a:solidFill>
                <a:latin typeface="Arial" panose="020B0604020202020204" pitchFamily="34" charset="0"/>
                <a:ea typeface="Faustina Bold"/>
                <a:cs typeface="Arial" panose="020B0604020202020204" pitchFamily="34" charset="0"/>
                <a:sym typeface="Faustina Bold"/>
              </a:rPr>
              <a:t>Đồ án chuyên </a:t>
            </a:r>
            <a:r>
              <a:rPr lang="en-US" sz="3999" b="1">
                <a:solidFill>
                  <a:srgbClr val="000000"/>
                </a:solidFill>
                <a:latin typeface="Arial" panose="020B0604020202020204" pitchFamily="34" charset="0"/>
                <a:ea typeface="Faustina Bold"/>
                <a:cs typeface="Arial" panose="020B0604020202020204" pitchFamily="34" charset="0"/>
                <a:sym typeface="Faustina Bold"/>
              </a:rPr>
              <a:t>ngành</a:t>
            </a:r>
          </a:p>
          <a:p>
            <a:pPr algn="ctr">
              <a:lnSpc>
                <a:spcPts val="5599"/>
              </a:lnSpc>
              <a:spcBef>
                <a:spcPct val="0"/>
              </a:spcBef>
            </a:pPr>
            <a:r>
              <a:rPr lang="en-US" sz="3999" b="1">
                <a:solidFill>
                  <a:srgbClr val="000000"/>
                </a:solidFill>
                <a:latin typeface="Arial" panose="020B0604020202020204" pitchFamily="34" charset="0"/>
                <a:ea typeface="Faustina Bold"/>
                <a:cs typeface="Arial" panose="020B0604020202020204" pitchFamily="34" charset="0"/>
                <a:sym typeface="Faustina Bold"/>
              </a:rPr>
              <a:t>Học kì I, năm học 2025-2026</a:t>
            </a:r>
          </a:p>
        </p:txBody>
      </p:sp>
      <p:sp>
        <p:nvSpPr>
          <p:cNvPr id="7" name="Freeform 7"/>
          <p:cNvSpPr/>
          <p:nvPr/>
        </p:nvSpPr>
        <p:spPr>
          <a:xfrm>
            <a:off x="204812" y="342900"/>
            <a:ext cx="1666981" cy="1728329"/>
          </a:xfrm>
          <a:custGeom>
            <a:avLst/>
            <a:gdLst/>
            <a:ahLst/>
            <a:cxnLst/>
            <a:rect l="l" t="t" r="r" b="b"/>
            <a:pathLst>
              <a:path w="2185270" h="2185270">
                <a:moveTo>
                  <a:pt x="0" y="0"/>
                </a:moveTo>
                <a:lnTo>
                  <a:pt x="2185270" y="0"/>
                </a:lnTo>
                <a:lnTo>
                  <a:pt x="2185270" y="2185270"/>
                </a:lnTo>
                <a:lnTo>
                  <a:pt x="0" y="2185270"/>
                </a:lnTo>
                <a:lnTo>
                  <a:pt x="0" y="0"/>
                </a:lnTo>
                <a:close/>
              </a:path>
            </a:pathLst>
          </a:custGeom>
          <a:blipFill>
            <a:blip r:embed="rId2"/>
            <a:stretch>
              <a:fillRect/>
            </a:stretch>
          </a:blipFill>
        </p:spPr>
        <p:txBody>
          <a:bodyPr/>
          <a:lstStyle/>
          <a:p>
            <a:endParaRPr lang="vi-VN"/>
          </a:p>
        </p:txBody>
      </p:sp>
      <p:sp>
        <p:nvSpPr>
          <p:cNvPr id="8" name="TextBox 8"/>
          <p:cNvSpPr txBox="1"/>
          <p:nvPr/>
        </p:nvSpPr>
        <p:spPr>
          <a:xfrm>
            <a:off x="1871793" y="5953416"/>
            <a:ext cx="6090978" cy="1251585"/>
          </a:xfrm>
          <a:prstGeom prst="rect">
            <a:avLst/>
          </a:prstGeom>
        </p:spPr>
        <p:txBody>
          <a:bodyPr lIns="0" tIns="0" rIns="0" bIns="0" rtlCol="0" anchor="t">
            <a:spAutoFit/>
          </a:bodyPr>
          <a:lstStyle/>
          <a:p>
            <a:pPr algn="just">
              <a:lnSpc>
                <a:spcPts val="5040"/>
              </a:lnSpc>
            </a:pPr>
            <a:r>
              <a:rPr lang="en-US" sz="2800" i="1">
                <a:solidFill>
                  <a:srgbClr val="000000"/>
                </a:solidFill>
                <a:latin typeface="Arial" panose="020B0604020202020204" pitchFamily="34" charset="0"/>
                <a:ea typeface="Cabin Italics"/>
                <a:cs typeface="Arial" panose="020B0604020202020204" pitchFamily="34" charset="0"/>
                <a:sym typeface="Cabin Italics"/>
              </a:rPr>
              <a:t>Giáo Viên Hướng Dẫn:</a:t>
            </a:r>
          </a:p>
          <a:p>
            <a:pPr marL="0" lvl="0" indent="0" algn="just">
              <a:lnSpc>
                <a:spcPts val="5040"/>
              </a:lnSpc>
              <a:spcBef>
                <a:spcPct val="0"/>
              </a:spcBef>
            </a:pPr>
            <a:r>
              <a:rPr lang="en-US" sz="2800" i="1">
                <a:solidFill>
                  <a:srgbClr val="000000"/>
                </a:solidFill>
                <a:latin typeface="Arial" panose="020B0604020202020204" pitchFamily="34" charset="0"/>
                <a:ea typeface="Cabin Italics"/>
                <a:cs typeface="Arial" panose="020B0604020202020204" pitchFamily="34" charset="0"/>
                <a:sym typeface="Cabin Italics"/>
              </a:rPr>
              <a:t>TS.</a:t>
            </a:r>
            <a:r>
              <a:rPr lang="vi-VN" sz="2800" i="1">
                <a:solidFill>
                  <a:srgbClr val="000000"/>
                </a:solidFill>
                <a:latin typeface="Arial" panose="020B0604020202020204" pitchFamily="34" charset="0"/>
                <a:ea typeface="Cabin Italics"/>
                <a:cs typeface="Arial" panose="020B0604020202020204" pitchFamily="34" charset="0"/>
                <a:sym typeface="Cabin Italics"/>
              </a:rPr>
              <a:t>Đoàn Phước Miền</a:t>
            </a:r>
            <a:endParaRPr lang="en-US" sz="2800" i="1">
              <a:solidFill>
                <a:srgbClr val="000000"/>
              </a:solidFill>
              <a:latin typeface="Arial" panose="020B0604020202020204" pitchFamily="34" charset="0"/>
              <a:ea typeface="Cabin Italics"/>
              <a:cs typeface="Arial" panose="020B0604020202020204" pitchFamily="34" charset="0"/>
              <a:sym typeface="Cabin Italics"/>
            </a:endParaRPr>
          </a:p>
        </p:txBody>
      </p:sp>
      <p:sp>
        <p:nvSpPr>
          <p:cNvPr id="9" name="TextBox 9"/>
          <p:cNvSpPr txBox="1"/>
          <p:nvPr/>
        </p:nvSpPr>
        <p:spPr>
          <a:xfrm>
            <a:off x="1297446" y="3625850"/>
            <a:ext cx="16530033" cy="1514902"/>
          </a:xfrm>
          <a:prstGeom prst="rect">
            <a:avLst/>
          </a:prstGeom>
        </p:spPr>
        <p:txBody>
          <a:bodyPr wrap="square" lIns="0" tIns="0" rIns="0" bIns="0" rtlCol="0" anchor="t">
            <a:spAutoFit/>
          </a:bodyPr>
          <a:lstStyle/>
          <a:p>
            <a:pPr algn="ctr">
              <a:lnSpc>
                <a:spcPts val="6050"/>
              </a:lnSpc>
            </a:pPr>
            <a:r>
              <a:rPr lang="en-US" sz="5000" b="1" spc="150">
                <a:solidFill>
                  <a:srgbClr val="1836B2"/>
                </a:solidFill>
                <a:latin typeface="Arial" panose="020B0604020202020204" pitchFamily="34" charset="0"/>
                <a:ea typeface="Faustina Bold"/>
                <a:cs typeface="Arial" panose="020B0604020202020204" pitchFamily="34" charset="0"/>
                <a:sym typeface="Faustina Bold"/>
              </a:rPr>
              <a:t>THIẾT KẾ </a:t>
            </a:r>
            <a:r>
              <a:rPr lang="vi-VN" sz="5000" b="1" spc="150">
                <a:solidFill>
                  <a:srgbClr val="1836B2"/>
                </a:solidFill>
                <a:latin typeface="Arial" panose="020B0604020202020204" pitchFamily="34" charset="0"/>
                <a:ea typeface="Faustina Bold"/>
                <a:cs typeface="Arial" panose="020B0604020202020204" pitchFamily="34" charset="0"/>
                <a:sym typeface="Faustina Bold"/>
              </a:rPr>
              <a:t>WEBSITE QUẢN LÝ THƯ VIỆN </a:t>
            </a:r>
          </a:p>
          <a:p>
            <a:pPr algn="ctr">
              <a:lnSpc>
                <a:spcPts val="6050"/>
              </a:lnSpc>
            </a:pPr>
            <a:r>
              <a:rPr lang="vi-VN" sz="5000" b="1" spc="150">
                <a:solidFill>
                  <a:srgbClr val="1836B2"/>
                </a:solidFill>
                <a:latin typeface="Arial" panose="020B0604020202020204" pitchFamily="34" charset="0"/>
                <a:ea typeface="Faustina Bold"/>
                <a:cs typeface="Arial" panose="020B0604020202020204" pitchFamily="34" charset="0"/>
                <a:sym typeface="Faustina Bold"/>
              </a:rPr>
              <a:t>TRƯỜNG ĐẠI HỌC TRÀ VINH</a:t>
            </a:r>
            <a:endParaRPr lang="en-US" sz="5000" b="1" spc="150">
              <a:solidFill>
                <a:srgbClr val="1836B2"/>
              </a:solidFill>
              <a:latin typeface="Arial" panose="020B0604020202020204" pitchFamily="34" charset="0"/>
              <a:ea typeface="Faustina Bold"/>
              <a:cs typeface="Arial" panose="020B0604020202020204" pitchFamily="34" charset="0"/>
              <a:sym typeface="Faustina Bold"/>
            </a:endParaRPr>
          </a:p>
        </p:txBody>
      </p:sp>
      <p:sp>
        <p:nvSpPr>
          <p:cNvPr id="10" name="TextBox 10"/>
          <p:cNvSpPr txBox="1"/>
          <p:nvPr/>
        </p:nvSpPr>
        <p:spPr>
          <a:xfrm>
            <a:off x="1847730" y="676406"/>
            <a:ext cx="5379680" cy="1061316"/>
          </a:xfrm>
          <a:prstGeom prst="rect">
            <a:avLst/>
          </a:prstGeom>
        </p:spPr>
        <p:txBody>
          <a:bodyPr wrap="square" lIns="0" tIns="0" rIns="0" bIns="0" rtlCol="0" anchor="t">
            <a:spAutoFit/>
          </a:bodyPr>
          <a:lstStyle/>
          <a:p>
            <a:pPr algn="ctr">
              <a:lnSpc>
                <a:spcPts val="4289"/>
              </a:lnSpc>
              <a:spcBef>
                <a:spcPct val="0"/>
              </a:spcBef>
            </a:pPr>
            <a:r>
              <a:rPr lang="vi-VN" sz="3299" spc="-65">
                <a:solidFill>
                  <a:srgbClr val="FFFFFF"/>
                </a:solidFill>
                <a:latin typeface="Arial" panose="020B0604020202020204" pitchFamily="34" charset="0"/>
                <a:ea typeface="Cabin"/>
                <a:cs typeface="Arial" panose="020B0604020202020204" pitchFamily="34" charset="0"/>
                <a:sym typeface="Cabin"/>
              </a:rPr>
              <a:t>Trường</a:t>
            </a:r>
            <a:r>
              <a:rPr lang="en-US" sz="3299" spc="-65">
                <a:solidFill>
                  <a:srgbClr val="FFFFFF"/>
                </a:solidFill>
                <a:latin typeface="Arial" panose="020B0604020202020204" pitchFamily="34" charset="0"/>
                <a:ea typeface="Cabin"/>
                <a:cs typeface="Arial" panose="020B0604020202020204" pitchFamily="34" charset="0"/>
                <a:sym typeface="Cabin"/>
              </a:rPr>
              <a:t> Kỹ Thuật Công Nghệ</a:t>
            </a:r>
          </a:p>
          <a:p>
            <a:pPr algn="ctr">
              <a:lnSpc>
                <a:spcPts val="4289"/>
              </a:lnSpc>
              <a:spcBef>
                <a:spcPct val="0"/>
              </a:spcBef>
            </a:pPr>
            <a:r>
              <a:rPr lang="vi-VN" sz="3299" spc="-65">
                <a:solidFill>
                  <a:srgbClr val="FFFFFF"/>
                </a:solidFill>
                <a:latin typeface="Arial" panose="020B0604020202020204" pitchFamily="34" charset="0"/>
                <a:ea typeface="Cabin"/>
                <a:cs typeface="Arial" panose="020B0604020202020204" pitchFamily="34" charset="0"/>
                <a:sym typeface="Cabin"/>
              </a:rPr>
              <a:t>Khoa Công nghệ Thông tin</a:t>
            </a:r>
            <a:endParaRPr lang="en-US" sz="3299" spc="-65">
              <a:solidFill>
                <a:srgbClr val="FFFFFF"/>
              </a:solidFill>
              <a:latin typeface="Arial" panose="020B0604020202020204" pitchFamily="34" charset="0"/>
              <a:ea typeface="Cabin"/>
              <a:cs typeface="Arial" panose="020B0604020202020204" pitchFamily="34" charset="0"/>
              <a:sym typeface="Cabin"/>
            </a:endParaRPr>
          </a:p>
        </p:txBody>
      </p:sp>
      <p:sp>
        <p:nvSpPr>
          <p:cNvPr id="11" name="TextBox 11"/>
          <p:cNvSpPr txBox="1"/>
          <p:nvPr/>
        </p:nvSpPr>
        <p:spPr>
          <a:xfrm>
            <a:off x="9144000" y="5898171"/>
            <a:ext cx="6090978" cy="2537460"/>
          </a:xfrm>
          <a:prstGeom prst="rect">
            <a:avLst/>
          </a:prstGeom>
        </p:spPr>
        <p:txBody>
          <a:bodyPr wrap="square" lIns="0" tIns="0" rIns="0" bIns="0" rtlCol="0" anchor="t">
            <a:spAutoFit/>
          </a:bodyPr>
          <a:lstStyle/>
          <a:p>
            <a:pPr algn="just">
              <a:lnSpc>
                <a:spcPts val="5039"/>
              </a:lnSpc>
            </a:pPr>
            <a:r>
              <a:rPr lang="en-US" sz="3200" i="1">
                <a:solidFill>
                  <a:srgbClr val="000000"/>
                </a:solidFill>
                <a:latin typeface="Arial" panose="020B0604020202020204" pitchFamily="34" charset="0"/>
                <a:ea typeface="Cabin Italics"/>
                <a:cs typeface="Arial" panose="020B0604020202020204" pitchFamily="34" charset="0"/>
                <a:sym typeface="Cabin Italics"/>
              </a:rPr>
              <a:t>Sinh viên thực hiện:</a:t>
            </a:r>
          </a:p>
          <a:p>
            <a:pPr algn="just">
              <a:lnSpc>
                <a:spcPts val="5039"/>
              </a:lnSpc>
            </a:pPr>
            <a:r>
              <a:rPr lang="en-US" sz="3200" i="1">
                <a:solidFill>
                  <a:srgbClr val="000000"/>
                </a:solidFill>
                <a:latin typeface="Arial" panose="020B0604020202020204" pitchFamily="34" charset="0"/>
                <a:ea typeface="Cabin Italics"/>
                <a:cs typeface="Arial" panose="020B0604020202020204" pitchFamily="34" charset="0"/>
                <a:sym typeface="Cabin Italics"/>
              </a:rPr>
              <a:t>Họ và Tên: La Thuấn Khang</a:t>
            </a:r>
          </a:p>
          <a:p>
            <a:pPr algn="just">
              <a:lnSpc>
                <a:spcPts val="5039"/>
              </a:lnSpc>
            </a:pPr>
            <a:r>
              <a:rPr lang="en-US" sz="3200" i="1">
                <a:solidFill>
                  <a:srgbClr val="000000"/>
                </a:solidFill>
                <a:latin typeface="Arial" panose="020B0604020202020204" pitchFamily="34" charset="0"/>
                <a:ea typeface="Cabin Italics"/>
                <a:cs typeface="Arial" panose="020B0604020202020204" pitchFamily="34" charset="0"/>
                <a:sym typeface="Cabin Italics"/>
              </a:rPr>
              <a:t>Mã lớp: DA22TTD</a:t>
            </a:r>
          </a:p>
          <a:p>
            <a:pPr marL="0" lvl="0" indent="0" algn="just">
              <a:lnSpc>
                <a:spcPts val="5039"/>
              </a:lnSpc>
              <a:spcBef>
                <a:spcPct val="0"/>
              </a:spcBef>
            </a:pPr>
            <a:r>
              <a:rPr lang="en-US" sz="3200" i="1">
                <a:solidFill>
                  <a:srgbClr val="000000"/>
                </a:solidFill>
                <a:latin typeface="Arial" panose="020B0604020202020204" pitchFamily="34" charset="0"/>
                <a:ea typeface="Cabin Italics"/>
                <a:cs typeface="Arial" panose="020B0604020202020204" pitchFamily="34" charset="0"/>
                <a:sym typeface="Cabin Italics"/>
              </a:rPr>
              <a:t>MSSV: 110122090</a:t>
            </a:r>
          </a:p>
        </p:txBody>
      </p:sp>
      <p:sp>
        <p:nvSpPr>
          <p:cNvPr id="14" name="Slide Number Placeholder 13">
            <a:extLst>
              <a:ext uri="{FF2B5EF4-FFF2-40B4-BE49-F238E27FC236}">
                <a16:creationId xmlns:a16="http://schemas.microsoft.com/office/drawing/2014/main" id="{B50ABAC4-F08F-98E8-EF3B-AEB26D5A7AD5}"/>
              </a:ext>
            </a:extLst>
          </p:cNvPr>
          <p:cNvSpPr>
            <a:spLocks noGrp="1"/>
          </p:cNvSpPr>
          <p:nvPr>
            <p:ph type="sldNum" sz="quarter" idx="12"/>
          </p:nvPr>
        </p:nvSpPr>
        <p:spPr/>
        <p:txBody>
          <a:bodyPr/>
          <a:lstStyle/>
          <a:p>
            <a:fld id="{B6F15528-21DE-4FAA-801E-634DDDAF4B2B}" type="slidenum">
              <a:rPr lang="en-US" smtClean="0"/>
              <a:pPr/>
              <a:t>1</a:t>
            </a:fld>
            <a:endParaRPr lang="en-US" sz="2000"/>
          </a:p>
        </p:txBody>
      </p:sp>
      <p:sp>
        <p:nvSpPr>
          <p:cNvPr id="20" name="Freeform 4">
            <a:extLst>
              <a:ext uri="{FF2B5EF4-FFF2-40B4-BE49-F238E27FC236}">
                <a16:creationId xmlns:a16="http://schemas.microsoft.com/office/drawing/2014/main" id="{5598E9A9-4F3C-31E5-B4DC-628F6DAF7499}"/>
              </a:ext>
            </a:extLst>
          </p:cNvPr>
          <p:cNvSpPr/>
          <p:nvPr/>
        </p:nvSpPr>
        <p:spPr>
          <a:xfrm rot="1841385" flipV="1">
            <a:off x="-2527195" y="8503760"/>
            <a:ext cx="7649283" cy="436748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vi-V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12562"/>
            <a:ext cx="9964391" cy="1088390"/>
          </a:xfrm>
          <a:prstGeom prst="rect">
            <a:avLst/>
          </a:prstGeom>
        </p:spPr>
        <p:txBody>
          <a:bodyPr lIns="0" tIns="0" rIns="0" bIns="0" rtlCol="0" anchor="t">
            <a:spAutoFit/>
          </a:bodyPr>
          <a:lstStyle/>
          <a:p>
            <a:pPr marL="0" lvl="0" indent="0" algn="l">
              <a:lnSpc>
                <a:spcPts val="8470"/>
              </a:lnSpc>
              <a:spcBef>
                <a:spcPct val="0"/>
              </a:spcBef>
            </a:pPr>
            <a:r>
              <a:rPr lang="en-US" sz="7700" b="1">
                <a:solidFill>
                  <a:srgbClr val="1836B2"/>
                </a:solidFill>
                <a:latin typeface="Arial" panose="020B0604020202020204" pitchFamily="34" charset="0"/>
                <a:ea typeface="Cabin Semi-Bold"/>
                <a:cs typeface="Arial" panose="020B0604020202020204" pitchFamily="34" charset="0"/>
                <a:sym typeface="Cabin Semi-Bold"/>
              </a:rPr>
              <a:t>Nội dung thuyết trình</a:t>
            </a:r>
          </a:p>
        </p:txBody>
      </p:sp>
      <p:grpSp>
        <p:nvGrpSpPr>
          <p:cNvPr id="3" name="Group 3"/>
          <p:cNvGrpSpPr/>
          <p:nvPr/>
        </p:nvGrpSpPr>
        <p:grpSpPr>
          <a:xfrm>
            <a:off x="14249400" y="-1696857"/>
            <a:ext cx="9852713" cy="11676274"/>
            <a:chOff x="0" y="0"/>
            <a:chExt cx="13136951" cy="15568366"/>
          </a:xfrm>
        </p:grpSpPr>
        <p:sp>
          <p:nvSpPr>
            <p:cNvPr id="4" name="Freeform 4"/>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vi-VN"/>
            </a:p>
          </p:txBody>
        </p:sp>
        <p:grpSp>
          <p:nvGrpSpPr>
            <p:cNvPr id="5" name="Group 5"/>
            <p:cNvGrpSpPr/>
            <p:nvPr/>
          </p:nvGrpSpPr>
          <p:grpSpPr>
            <a:xfrm rot="-10800000">
              <a:off x="2115666" y="3513875"/>
              <a:ext cx="11021285" cy="12054491"/>
              <a:chOff x="0" y="0"/>
              <a:chExt cx="4911651" cy="5372100"/>
            </a:xfrm>
          </p:grpSpPr>
          <p:sp>
            <p:nvSpPr>
              <p:cNvPr id="6" name="Freeform 6"/>
              <p:cNvSpPr/>
              <p:nvPr/>
            </p:nvSpPr>
            <p:spPr>
              <a:xfrm>
                <a:off x="0" y="0"/>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graphicFrame>
        <p:nvGraphicFramePr>
          <p:cNvPr id="8" name="Diagram 7">
            <a:extLst>
              <a:ext uri="{FF2B5EF4-FFF2-40B4-BE49-F238E27FC236}">
                <a16:creationId xmlns:a16="http://schemas.microsoft.com/office/drawing/2014/main" id="{276F7DCD-DAF3-B077-F619-C5E848885A28}"/>
              </a:ext>
            </a:extLst>
          </p:cNvPr>
          <p:cNvGraphicFramePr/>
          <p:nvPr>
            <p:extLst>
              <p:ext uri="{D42A27DB-BD31-4B8C-83A1-F6EECF244321}">
                <p14:modId xmlns:p14="http://schemas.microsoft.com/office/powerpoint/2010/main" val="1727993233"/>
              </p:ext>
            </p:extLst>
          </p:nvPr>
        </p:nvGraphicFramePr>
        <p:xfrm>
          <a:off x="609600" y="1874277"/>
          <a:ext cx="12192000" cy="8128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Slide Number Placeholder 10">
            <a:extLst>
              <a:ext uri="{FF2B5EF4-FFF2-40B4-BE49-F238E27FC236}">
                <a16:creationId xmlns:a16="http://schemas.microsoft.com/office/drawing/2014/main" id="{3E5270E9-09E8-C5AC-442B-373CDC51FEB7}"/>
              </a:ext>
            </a:extLst>
          </p:cNvPr>
          <p:cNvSpPr>
            <a:spLocks noGrp="1"/>
          </p:cNvSpPr>
          <p:nvPr>
            <p:ph type="sldNum" sz="quarter" idx="12"/>
          </p:nvPr>
        </p:nvSpPr>
        <p:spPr/>
        <p:txBody>
          <a:bodyPr/>
          <a:lstStyle/>
          <a:p>
            <a:fld id="{B6F15528-21DE-4FAA-801E-634DDDAF4B2B}" type="slidenum">
              <a:rPr lang="en-US" smtClean="0"/>
              <a:pPr/>
              <a:t>2</a:t>
            </a:fld>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B3151-7292-94D0-8697-620747D4C7F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CD01054-1B5E-C60C-A164-E92265763CB0}"/>
              </a:ext>
            </a:extLst>
          </p:cNvPr>
          <p:cNvSpPr txBox="1"/>
          <p:nvPr/>
        </p:nvSpPr>
        <p:spPr>
          <a:xfrm>
            <a:off x="1524000" y="4361320"/>
            <a:ext cx="12115800" cy="1090042"/>
          </a:xfrm>
          <a:prstGeom prst="rect">
            <a:avLst/>
          </a:prstGeom>
        </p:spPr>
        <p:txBody>
          <a:bodyPr wrap="square" lIns="0" tIns="0" rIns="0" bIns="0" rtlCol="0" anchor="t">
            <a:spAutoFit/>
          </a:bodyPr>
          <a:lstStyle/>
          <a:p>
            <a:pPr marL="0" lvl="0" indent="0" algn="l">
              <a:lnSpc>
                <a:spcPts val="8470"/>
              </a:lnSpc>
              <a:spcBef>
                <a:spcPct val="0"/>
              </a:spcBef>
            </a:pPr>
            <a:r>
              <a:rPr lang="en-US" sz="7700" b="1">
                <a:solidFill>
                  <a:srgbClr val="1836B2"/>
                </a:solidFill>
                <a:latin typeface="Arial" panose="020B0604020202020204" pitchFamily="34" charset="0"/>
                <a:ea typeface="Cabin Semi-Bold"/>
                <a:cs typeface="Arial" panose="020B0604020202020204" pitchFamily="34" charset="0"/>
                <a:sym typeface="Cabin Semi-Bold"/>
              </a:rPr>
              <a:t>1. </a:t>
            </a:r>
            <a:r>
              <a:rPr lang="vi-VN" sz="7700" b="1">
                <a:solidFill>
                  <a:srgbClr val="1836B2"/>
                </a:solidFill>
                <a:latin typeface="Arial" panose="020B0604020202020204" pitchFamily="34" charset="0"/>
                <a:ea typeface="Cabin Semi-Bold"/>
                <a:cs typeface="Arial" panose="020B0604020202020204" pitchFamily="34" charset="0"/>
                <a:sym typeface="Cabin Semi-Bold"/>
              </a:rPr>
              <a:t>Tổng quan nghiên cứu</a:t>
            </a:r>
            <a:endParaRPr lang="en-US" sz="7700" b="1">
              <a:solidFill>
                <a:srgbClr val="1836B2"/>
              </a:solidFill>
              <a:latin typeface="Arial" panose="020B0604020202020204" pitchFamily="34" charset="0"/>
              <a:ea typeface="Cabin Semi-Bold"/>
              <a:cs typeface="Arial" panose="020B0604020202020204" pitchFamily="34" charset="0"/>
              <a:sym typeface="Cabin Semi-Bold"/>
            </a:endParaRPr>
          </a:p>
        </p:txBody>
      </p:sp>
      <p:grpSp>
        <p:nvGrpSpPr>
          <p:cNvPr id="3" name="Group 3">
            <a:extLst>
              <a:ext uri="{FF2B5EF4-FFF2-40B4-BE49-F238E27FC236}">
                <a16:creationId xmlns:a16="http://schemas.microsoft.com/office/drawing/2014/main" id="{50D2BD92-5C45-3C00-010C-3933A9C4E6BF}"/>
              </a:ext>
            </a:extLst>
          </p:cNvPr>
          <p:cNvGrpSpPr/>
          <p:nvPr/>
        </p:nvGrpSpPr>
        <p:grpSpPr>
          <a:xfrm>
            <a:off x="14020800" y="-1623261"/>
            <a:ext cx="9942364" cy="11050037"/>
            <a:chOff x="0" y="0"/>
            <a:chExt cx="13256485" cy="14733382"/>
          </a:xfrm>
        </p:grpSpPr>
        <p:sp>
          <p:nvSpPr>
            <p:cNvPr id="4" name="Freeform 4">
              <a:extLst>
                <a:ext uri="{FF2B5EF4-FFF2-40B4-BE49-F238E27FC236}">
                  <a16:creationId xmlns:a16="http://schemas.microsoft.com/office/drawing/2014/main" id="{9E7A0DE4-392C-2C3A-A8C9-143983EE5632}"/>
                </a:ext>
              </a:extLst>
            </p:cNvPr>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vi-VN"/>
            </a:p>
          </p:txBody>
        </p:sp>
        <p:grpSp>
          <p:nvGrpSpPr>
            <p:cNvPr id="5" name="Group 5">
              <a:extLst>
                <a:ext uri="{FF2B5EF4-FFF2-40B4-BE49-F238E27FC236}">
                  <a16:creationId xmlns:a16="http://schemas.microsoft.com/office/drawing/2014/main" id="{8E17314D-D1D8-E374-EE71-9D5D68840835}"/>
                </a:ext>
              </a:extLst>
            </p:cNvPr>
            <p:cNvGrpSpPr/>
            <p:nvPr/>
          </p:nvGrpSpPr>
          <p:grpSpPr>
            <a:xfrm rot="-10800000">
              <a:off x="2235200" y="2678891"/>
              <a:ext cx="11021285" cy="12054491"/>
              <a:chOff x="-53270" y="372112"/>
              <a:chExt cx="4911651" cy="5372100"/>
            </a:xfrm>
          </p:grpSpPr>
          <p:sp>
            <p:nvSpPr>
              <p:cNvPr id="6" name="Freeform 6">
                <a:extLst>
                  <a:ext uri="{FF2B5EF4-FFF2-40B4-BE49-F238E27FC236}">
                    <a16:creationId xmlns:a16="http://schemas.microsoft.com/office/drawing/2014/main" id="{EBF012B7-4EC5-2478-BD91-1091B0B1A13B}"/>
                  </a:ext>
                </a:extLst>
              </p:cNvPr>
              <p:cNvSpPr/>
              <p:nvPr/>
            </p:nvSpPr>
            <p:spPr>
              <a:xfrm>
                <a:off x="-53270" y="372112"/>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sp>
        <p:nvSpPr>
          <p:cNvPr id="11" name="Slide Number Placeholder 10">
            <a:extLst>
              <a:ext uri="{FF2B5EF4-FFF2-40B4-BE49-F238E27FC236}">
                <a16:creationId xmlns:a16="http://schemas.microsoft.com/office/drawing/2014/main" id="{38B2178A-66A9-40D3-13A2-BB95EC8DFE22}"/>
              </a:ext>
            </a:extLst>
          </p:cNvPr>
          <p:cNvSpPr>
            <a:spLocks noGrp="1"/>
          </p:cNvSpPr>
          <p:nvPr>
            <p:ph type="sldNum" sz="quarter" idx="12"/>
          </p:nvPr>
        </p:nvSpPr>
        <p:spPr/>
        <p:txBody>
          <a:bodyPr/>
          <a:lstStyle/>
          <a:p>
            <a:fld id="{B6F15528-21DE-4FAA-801E-634DDDAF4B2B}" type="slidenum">
              <a:rPr lang="en-US" smtClean="0"/>
              <a:pPr/>
              <a:t>3</a:t>
            </a:fld>
            <a:endParaRPr lang="en-US" sz="2000"/>
          </a:p>
        </p:txBody>
      </p:sp>
      <p:sp>
        <p:nvSpPr>
          <p:cNvPr id="7" name="Freeform 4">
            <a:extLst>
              <a:ext uri="{FF2B5EF4-FFF2-40B4-BE49-F238E27FC236}">
                <a16:creationId xmlns:a16="http://schemas.microsoft.com/office/drawing/2014/main" id="{B43A99CB-9FB5-B517-DD9A-ACEE7137C8D7}"/>
              </a:ext>
            </a:extLst>
          </p:cNvPr>
          <p:cNvSpPr/>
          <p:nvPr/>
        </p:nvSpPr>
        <p:spPr>
          <a:xfrm rot="1841385" flipV="1">
            <a:off x="-2164306" y="8542308"/>
            <a:ext cx="7649283" cy="436748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vi-VN"/>
          </a:p>
        </p:txBody>
      </p:sp>
    </p:spTree>
    <p:extLst>
      <p:ext uri="{BB962C8B-B14F-4D97-AF65-F5344CB8AC3E}">
        <p14:creationId xmlns:p14="http://schemas.microsoft.com/office/powerpoint/2010/main" val="1434690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E803A-EB2D-0CB4-B30F-4307E0952C32}"/>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65B0AC9B-DED5-DC34-E23D-97E5F9E0DD5E}"/>
              </a:ext>
            </a:extLst>
          </p:cNvPr>
          <p:cNvGrpSpPr/>
          <p:nvPr/>
        </p:nvGrpSpPr>
        <p:grpSpPr>
          <a:xfrm rot="-10800000">
            <a:off x="14074773" y="-229439"/>
            <a:ext cx="7945947" cy="3511798"/>
            <a:chOff x="3421642" y="1206883"/>
            <a:chExt cx="12155147" cy="5372100"/>
          </a:xfrm>
        </p:grpSpPr>
        <p:sp>
          <p:nvSpPr>
            <p:cNvPr id="4" name="Freeform 4">
              <a:extLst>
                <a:ext uri="{FF2B5EF4-FFF2-40B4-BE49-F238E27FC236}">
                  <a16:creationId xmlns:a16="http://schemas.microsoft.com/office/drawing/2014/main" id="{ACA104C8-C8A3-1047-5FF1-83DF6BEC6B4B}"/>
                </a:ext>
              </a:extLst>
            </p:cNvPr>
            <p:cNvSpPr/>
            <p:nvPr/>
          </p:nvSpPr>
          <p:spPr>
            <a:xfrm>
              <a:off x="3421642" y="1206883"/>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a16="http://schemas.microsoft.com/office/drawing/2014/main" id="{B4379BC2-88C7-287A-F880-0F31752D2069}"/>
              </a:ext>
            </a:extLst>
          </p:cNvPr>
          <p:cNvSpPr txBox="1"/>
          <p:nvPr/>
        </p:nvSpPr>
        <p:spPr>
          <a:xfrm>
            <a:off x="670560" y="989807"/>
            <a:ext cx="11917680" cy="1073307"/>
          </a:xfrm>
          <a:prstGeom prst="rect">
            <a:avLst/>
          </a:prstGeom>
        </p:spPr>
        <p:txBody>
          <a:bodyPr wrap="square" lIns="0" tIns="0" rIns="0" bIns="0" rtlCol="0" anchor="t">
            <a:spAutoFit/>
          </a:bodyPr>
          <a:lstStyle/>
          <a:p>
            <a:pPr marL="0" lvl="0" indent="0" algn="l">
              <a:lnSpc>
                <a:spcPts val="8717"/>
              </a:lnSpc>
              <a:spcBef>
                <a:spcPct val="0"/>
              </a:spcBef>
            </a:pPr>
            <a:r>
              <a:rPr lang="vi-VN" sz="7200" b="1" u="none">
                <a:solidFill>
                  <a:srgbClr val="1836B2"/>
                </a:solidFill>
                <a:ea typeface="Cabin Semi-Bold"/>
                <a:cs typeface="Times New Roman" panose="02020603050405020304" pitchFamily="18" charset="0"/>
                <a:sym typeface="Cabin Semi-Bold"/>
              </a:rPr>
              <a:t>Giới thiệu lý do chọn đề tài</a:t>
            </a:r>
            <a:endParaRPr lang="en-US" sz="7200" b="1" u="none">
              <a:solidFill>
                <a:srgbClr val="1836B2"/>
              </a:solidFill>
              <a:ea typeface="Cabin Semi-Bold"/>
              <a:cs typeface="Times New Roman" panose="02020603050405020304" pitchFamily="18" charset="0"/>
              <a:sym typeface="Cabin Semi-Bold"/>
            </a:endParaRPr>
          </a:p>
        </p:txBody>
      </p:sp>
      <p:graphicFrame>
        <p:nvGraphicFramePr>
          <p:cNvPr id="8" name="Table 8">
            <a:extLst>
              <a:ext uri="{FF2B5EF4-FFF2-40B4-BE49-F238E27FC236}">
                <a16:creationId xmlns:a16="http://schemas.microsoft.com/office/drawing/2014/main" id="{DD08C178-38B6-594D-1656-0A7BA1A63A61}"/>
              </a:ext>
            </a:extLst>
          </p:cNvPr>
          <p:cNvGraphicFramePr>
            <a:graphicFrameLocks noGrp="1"/>
          </p:cNvGraphicFramePr>
          <p:nvPr>
            <p:extLst>
              <p:ext uri="{D42A27DB-BD31-4B8C-83A1-F6EECF244321}">
                <p14:modId xmlns:p14="http://schemas.microsoft.com/office/powerpoint/2010/main" val="908930208"/>
              </p:ext>
            </p:extLst>
          </p:nvPr>
        </p:nvGraphicFramePr>
        <p:xfrm>
          <a:off x="521747" y="3395734"/>
          <a:ext cx="5269453" cy="4900394"/>
        </p:xfrm>
        <a:graphic>
          <a:graphicData uri="http://schemas.openxmlformats.org/drawingml/2006/table">
            <a:tbl>
              <a:tblPr/>
              <a:tblGrid>
                <a:gridCol w="5269453">
                  <a:extLst>
                    <a:ext uri="{9D8B030D-6E8A-4147-A177-3AD203B41FA5}">
                      <a16:colId xmlns:a16="http://schemas.microsoft.com/office/drawing/2014/main" val="20000"/>
                    </a:ext>
                  </a:extLst>
                </a:gridCol>
              </a:tblGrid>
              <a:tr h="890022">
                <a:tc>
                  <a:txBody>
                    <a:bodyPr/>
                    <a:lstStyle/>
                    <a:p>
                      <a:pPr algn="just">
                        <a:lnSpc>
                          <a:spcPts val="3640"/>
                        </a:lnSpc>
                        <a:defRPr/>
                      </a:pPr>
                      <a:r>
                        <a:rPr lang="vi-VN" sz="2800">
                          <a:latin typeface="+mj-lt"/>
                        </a:rPr>
                        <a:t>1. Sự phát triển công nghệ và nhu cầu tra cứu hiện đại</a:t>
                      </a:r>
                      <a:endParaRPr lang="en-US" sz="2800">
                        <a:latin typeface="+mj-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tcPr>
                </a:tc>
                <a:extLst>
                  <a:ext uri="{0D108BD9-81ED-4DB2-BD59-A6C34878D82A}">
                    <a16:rowId xmlns:a16="http://schemas.microsoft.com/office/drawing/2014/main" val="10000"/>
                  </a:ext>
                </a:extLst>
              </a:tr>
              <a:tr h="3627727">
                <a:tc>
                  <a:txBody>
                    <a:bodyPr/>
                    <a:lstStyle/>
                    <a:p>
                      <a:pPr marL="388620" lvl="1" indent="-194310" algn="just">
                        <a:lnSpc>
                          <a:spcPct val="100000"/>
                        </a:lnSpc>
                        <a:buFont typeface="Arial"/>
                        <a:buChar char="•"/>
                        <a:defRPr/>
                      </a:pPr>
                      <a:r>
                        <a:rPr lang="vi-VN" sz="2400">
                          <a:latin typeface="Times New Roman" panose="02020603050405020304" pitchFamily="18" charset="0"/>
                          <a:cs typeface="Times New Roman" panose="02020603050405020304" pitchFamily="18" charset="0"/>
                        </a:rPr>
                        <a:t>Xu hướng chuyển đổi số trong giáo dục ngày càng phát triển mạnh mẽ.</a:t>
                      </a:r>
                    </a:p>
                    <a:p>
                      <a:pPr marL="388620" lvl="1" indent="-194310" algn="just">
                        <a:lnSpc>
                          <a:spcPct val="100000"/>
                        </a:lnSpc>
                        <a:buFont typeface="Arial"/>
                        <a:buChar char="•"/>
                        <a:defRPr/>
                      </a:pPr>
                      <a:r>
                        <a:rPr lang="vi-VN" sz="2400">
                          <a:latin typeface="Times New Roman" panose="02020603050405020304" pitchFamily="18" charset="0"/>
                          <a:cs typeface="Times New Roman" panose="02020603050405020304" pitchFamily="18" charset="0"/>
                        </a:rPr>
                        <a:t>Sinh viên và giảng viên cần một hệ thống quản lý tài liệu linh hoạt, nhanh chóng.</a:t>
                      </a:r>
                      <a:endParaRPr lang="en-US" sz="2400">
                        <a:solidFill>
                          <a:srgbClr val="000000"/>
                        </a:solidFill>
                        <a:latin typeface="Times New Roman" panose="02020603050405020304" pitchFamily="18" charset="0"/>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1" name="Table 8">
            <a:extLst>
              <a:ext uri="{FF2B5EF4-FFF2-40B4-BE49-F238E27FC236}">
                <a16:creationId xmlns:a16="http://schemas.microsoft.com/office/drawing/2014/main" id="{ED345EB2-77E0-CF45-94B9-D87B68E950EC}"/>
              </a:ext>
            </a:extLst>
          </p:cNvPr>
          <p:cNvGraphicFramePr>
            <a:graphicFrameLocks noGrp="1"/>
          </p:cNvGraphicFramePr>
          <p:nvPr>
            <p:extLst>
              <p:ext uri="{D42A27DB-BD31-4B8C-83A1-F6EECF244321}">
                <p14:modId xmlns:p14="http://schemas.microsoft.com/office/powerpoint/2010/main" val="3141616744"/>
              </p:ext>
            </p:extLst>
          </p:nvPr>
        </p:nvGraphicFramePr>
        <p:xfrm>
          <a:off x="6629400" y="3395734"/>
          <a:ext cx="5715000" cy="4579747"/>
        </p:xfrm>
        <a:graphic>
          <a:graphicData uri="http://schemas.openxmlformats.org/drawingml/2006/table">
            <a:tbl>
              <a:tblPr/>
              <a:tblGrid>
                <a:gridCol w="5715000">
                  <a:extLst>
                    <a:ext uri="{9D8B030D-6E8A-4147-A177-3AD203B41FA5}">
                      <a16:colId xmlns:a16="http://schemas.microsoft.com/office/drawing/2014/main" val="20000"/>
                    </a:ext>
                  </a:extLst>
                </a:gridCol>
              </a:tblGrid>
              <a:tr h="954660">
                <a:tc>
                  <a:txBody>
                    <a:bodyPr/>
                    <a:lstStyle/>
                    <a:p>
                      <a:pPr algn="l">
                        <a:lnSpc>
                          <a:spcPts val="3640"/>
                        </a:lnSpc>
                        <a:defRPr/>
                      </a:pPr>
                      <a:r>
                        <a:rPr lang="vi-VN" sz="2800">
                          <a:latin typeface="+mj-lt"/>
                        </a:rPr>
                        <a:t>2. Tính cần thiết của website quản lý thư viện trường Đại học Trà Vinh</a:t>
                      </a:r>
                      <a:endParaRPr lang="en-US" sz="1100">
                        <a:latin typeface="+mj-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tcPr>
                </a:tc>
                <a:extLst>
                  <a:ext uri="{0D108BD9-81ED-4DB2-BD59-A6C34878D82A}">
                    <a16:rowId xmlns:a16="http://schemas.microsoft.com/office/drawing/2014/main" val="10000"/>
                  </a:ext>
                </a:extLst>
              </a:tr>
              <a:tr h="2334928">
                <a:tc>
                  <a:txBody>
                    <a:bodyPr/>
                    <a:lstStyle/>
                    <a:p>
                      <a:pPr marL="388620" lvl="1" indent="-194310" algn="just">
                        <a:lnSpc>
                          <a:spcPct val="100000"/>
                        </a:lnSpc>
                        <a:buFont typeface="Arial"/>
                        <a:buChar char="•"/>
                        <a:defRPr/>
                      </a:pPr>
                      <a:r>
                        <a:rPr lang="vi-VN" sz="2400">
                          <a:latin typeface="Times New Roman" panose="02020603050405020304" pitchFamily="18" charset="0"/>
                          <a:cs typeface="Times New Roman" panose="02020603050405020304" pitchFamily="18" charset="0"/>
                        </a:rPr>
                        <a:t>Giúp người dùng dễ dàng tìm kiếm, xem thông tin và đặt mượn sách trực tuyến.</a:t>
                      </a:r>
                    </a:p>
                    <a:p>
                      <a:pPr marL="388620" lvl="1" indent="-194310" algn="just">
                        <a:lnSpc>
                          <a:spcPct val="100000"/>
                        </a:lnSpc>
                        <a:buFont typeface="Arial"/>
                        <a:buChar char="•"/>
                        <a:defRPr/>
                      </a:pPr>
                      <a:r>
                        <a:rPr lang="vi-VN" sz="2400">
                          <a:latin typeface="Times New Roman" panose="02020603050405020304" pitchFamily="18" charset="0"/>
                          <a:cs typeface="Times New Roman" panose="02020603050405020304" pitchFamily="18" charset="0"/>
                        </a:rPr>
                        <a:t>Tự động hóa các quy trình nghiệp vụ thư viện, giảm thiểu công việc thủ công.</a:t>
                      </a:r>
                    </a:p>
                    <a:p>
                      <a:pPr marL="388620" lvl="1" indent="-194310" algn="just">
                        <a:lnSpc>
                          <a:spcPct val="100000"/>
                        </a:lnSpc>
                        <a:buFont typeface="Arial"/>
                        <a:buChar char="•"/>
                        <a:defRPr/>
                      </a:pPr>
                      <a:r>
                        <a:rPr lang="vi-VN" sz="2400">
                          <a:latin typeface="Times New Roman" panose="02020603050405020304" pitchFamily="18" charset="0"/>
                          <a:cs typeface="Times New Roman" panose="02020603050405020304" pitchFamily="18" charset="0"/>
                        </a:rPr>
                        <a:t>Cung cấp giao diện hiện đại, dễ tiếp cận, nâng cao tính tương tác cho người dùng.</a:t>
                      </a:r>
                      <a:endParaRPr lang="en-US" sz="2400">
                        <a:solidFill>
                          <a:srgbClr val="000000"/>
                        </a:solidFill>
                        <a:latin typeface="Times New Roman" panose="02020603050405020304" pitchFamily="18" charset="0"/>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2" name="Table 8">
            <a:extLst>
              <a:ext uri="{FF2B5EF4-FFF2-40B4-BE49-F238E27FC236}">
                <a16:creationId xmlns:a16="http://schemas.microsoft.com/office/drawing/2014/main" id="{553FA38D-800A-AC96-B2F1-9521AE92B0AB}"/>
              </a:ext>
            </a:extLst>
          </p:cNvPr>
          <p:cNvGraphicFramePr>
            <a:graphicFrameLocks noGrp="1"/>
          </p:cNvGraphicFramePr>
          <p:nvPr>
            <p:extLst>
              <p:ext uri="{D42A27DB-BD31-4B8C-83A1-F6EECF244321}">
                <p14:modId xmlns:p14="http://schemas.microsoft.com/office/powerpoint/2010/main" val="1765738440"/>
              </p:ext>
            </p:extLst>
          </p:nvPr>
        </p:nvGraphicFramePr>
        <p:xfrm>
          <a:off x="13182600" y="3435141"/>
          <a:ext cx="4865147" cy="3599340"/>
        </p:xfrm>
        <a:graphic>
          <a:graphicData uri="http://schemas.openxmlformats.org/drawingml/2006/table">
            <a:tbl>
              <a:tblPr/>
              <a:tblGrid>
                <a:gridCol w="4865147">
                  <a:extLst>
                    <a:ext uri="{9D8B030D-6E8A-4147-A177-3AD203B41FA5}">
                      <a16:colId xmlns:a16="http://schemas.microsoft.com/office/drawing/2014/main" val="20000"/>
                    </a:ext>
                  </a:extLst>
                </a:gridCol>
              </a:tblGrid>
              <a:tr h="954660">
                <a:tc>
                  <a:txBody>
                    <a:bodyPr/>
                    <a:lstStyle/>
                    <a:p>
                      <a:pPr algn="l">
                        <a:lnSpc>
                          <a:spcPts val="3640"/>
                        </a:lnSpc>
                        <a:defRPr/>
                      </a:pPr>
                      <a:r>
                        <a:rPr lang="vi-VN" sz="2800">
                          <a:latin typeface="Times New Roman" panose="02020603050405020304" pitchFamily="18" charset="0"/>
                          <a:cs typeface="Times New Roman" panose="02020603050405020304" pitchFamily="18" charset="0"/>
                        </a:rPr>
                        <a:t>3. Lợi ích trong việc tối ưu hóa quản lý và phục vụ</a:t>
                      </a:r>
                      <a:endParaRPr lang="en-US" sz="2800">
                        <a:latin typeface="Times New Roman" panose="02020603050405020304" pitchFamily="18" charset="0"/>
                        <a:cs typeface="Times New Roman" panose="02020603050405020304" pitchFamily="18" charset="0"/>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tcPr>
                </a:tc>
                <a:extLst>
                  <a:ext uri="{0D108BD9-81ED-4DB2-BD59-A6C34878D82A}">
                    <a16:rowId xmlns:a16="http://schemas.microsoft.com/office/drawing/2014/main" val="10000"/>
                  </a:ext>
                </a:extLst>
              </a:tr>
              <a:tr h="2334928">
                <a:tc>
                  <a:txBody>
                    <a:bodyPr/>
                    <a:lstStyle/>
                    <a:p>
                      <a:pPr marL="388620" lvl="1" indent="-194310" algn="just">
                        <a:lnSpc>
                          <a:spcPts val="2520"/>
                        </a:lnSpc>
                        <a:buFont typeface="Arial"/>
                        <a:buChar char="•"/>
                        <a:defRPr/>
                      </a:pPr>
                      <a:r>
                        <a:rPr lang="vi-VN" sz="2400">
                          <a:latin typeface="Times New Roman" panose="02020603050405020304" pitchFamily="18" charset="0"/>
                          <a:cs typeface="Times New Roman" panose="02020603050405020304" pitchFamily="18" charset="0"/>
                        </a:rPr>
                        <a:t>Website giúp tối ưu hóa hiệu suất hoạt động và quy trình mượn trả tài liệu.</a:t>
                      </a:r>
                    </a:p>
                    <a:p>
                      <a:pPr marL="388620" lvl="1" indent="-194310" algn="just">
                        <a:lnSpc>
                          <a:spcPts val="2520"/>
                        </a:lnSpc>
                        <a:buFont typeface="Arial"/>
                        <a:buChar char="•"/>
                        <a:defRPr/>
                      </a:pPr>
                      <a:r>
                        <a:rPr lang="vi-VN" sz="2400">
                          <a:latin typeface="Times New Roman" panose="02020603050405020304" pitchFamily="18" charset="0"/>
                          <a:cs typeface="Times New Roman" panose="02020603050405020304" pitchFamily="18" charset="0"/>
                        </a:rPr>
                        <a:t>Quản lý dữ liệu chính xác, khoa học, góp phần nâng cao chất lượng đào tạo và nghiên cứu.</a:t>
                      </a:r>
                      <a:endParaRPr lang="en-US" sz="2400">
                        <a:latin typeface="Times New Roman" panose="02020603050405020304" pitchFamily="18" charset="0"/>
                        <a:cs typeface="Times New Roman" panose="02020603050405020304" pitchFamily="18" charset="0"/>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4" name="Rectangle 1">
            <a:extLst>
              <a:ext uri="{FF2B5EF4-FFF2-40B4-BE49-F238E27FC236}">
                <a16:creationId xmlns:a16="http://schemas.microsoft.com/office/drawing/2014/main" id="{C29FAD2D-3090-B0F1-9FF8-5569798F66B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pic>
        <p:nvPicPr>
          <p:cNvPr id="5" name="Picture 4" descr="A blue person walking up stairs&#10;&#10;Description automatically generated">
            <a:extLst>
              <a:ext uri="{FF2B5EF4-FFF2-40B4-BE49-F238E27FC236}">
                <a16:creationId xmlns:a16="http://schemas.microsoft.com/office/drawing/2014/main" id="{30033BD7-5F72-CEBD-C686-6364AD9A04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94697" y="7951845"/>
            <a:ext cx="1746858" cy="1746858"/>
          </a:xfrm>
          <a:prstGeom prst="rect">
            <a:avLst/>
          </a:prstGeom>
        </p:spPr>
      </p:pic>
      <p:pic>
        <p:nvPicPr>
          <p:cNvPr id="9" name="Picture 8" descr="A hand with a green arrow pointing down&#10;&#10;Description automatically generated">
            <a:extLst>
              <a:ext uri="{FF2B5EF4-FFF2-40B4-BE49-F238E27FC236}">
                <a16:creationId xmlns:a16="http://schemas.microsoft.com/office/drawing/2014/main" id="{1E6DD156-4C55-F27D-5346-83375CA85A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27607" y="7875614"/>
            <a:ext cx="1969140" cy="1969140"/>
          </a:xfrm>
          <a:prstGeom prst="rect">
            <a:avLst/>
          </a:prstGeom>
        </p:spPr>
      </p:pic>
      <p:pic>
        <p:nvPicPr>
          <p:cNvPr id="13" name="Picture 12" descr="A hand with a medal and a star and a coin&#10;&#10;Description automatically generated">
            <a:extLst>
              <a:ext uri="{FF2B5EF4-FFF2-40B4-BE49-F238E27FC236}">
                <a16:creationId xmlns:a16="http://schemas.microsoft.com/office/drawing/2014/main" id="{35C7BC5B-6840-A3BC-76E3-DAB9D75760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82800" y="7959465"/>
            <a:ext cx="1969141" cy="1969141"/>
          </a:xfrm>
          <a:prstGeom prst="rect">
            <a:avLst/>
          </a:prstGeom>
        </p:spPr>
      </p:pic>
      <p:sp>
        <p:nvSpPr>
          <p:cNvPr id="10" name="Slide Number Placeholder 9">
            <a:extLst>
              <a:ext uri="{FF2B5EF4-FFF2-40B4-BE49-F238E27FC236}">
                <a16:creationId xmlns:a16="http://schemas.microsoft.com/office/drawing/2014/main" id="{8820FD41-0030-E206-2A02-82E51C804FAA}"/>
              </a:ext>
            </a:extLst>
          </p:cNvPr>
          <p:cNvSpPr>
            <a:spLocks noGrp="1"/>
          </p:cNvSpPr>
          <p:nvPr>
            <p:ph type="sldNum" sz="quarter" idx="12"/>
          </p:nvPr>
        </p:nvSpPr>
        <p:spPr/>
        <p:txBody>
          <a:bodyPr/>
          <a:lstStyle/>
          <a:p>
            <a:fld id="{B6F15528-21DE-4FAA-801E-634DDDAF4B2B}" type="slidenum">
              <a:rPr lang="en-US" smtClean="0"/>
              <a:pPr/>
              <a:t>4</a:t>
            </a:fld>
            <a:endParaRPr lang="en-US" sz="2000"/>
          </a:p>
        </p:txBody>
      </p:sp>
    </p:spTree>
    <p:extLst>
      <p:ext uri="{BB962C8B-B14F-4D97-AF65-F5344CB8AC3E}">
        <p14:creationId xmlns:p14="http://schemas.microsoft.com/office/powerpoint/2010/main" val="2492457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088AC-D961-B3FD-BDB5-AF6216DA83C2}"/>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9F09FE31-2B22-0D41-FFE7-9EA24BDE408C}"/>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a16="http://schemas.microsoft.com/office/drawing/2014/main" id="{7D46B007-4CA4-B7C3-844B-18CBE20FC8CC}"/>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a16="http://schemas.microsoft.com/office/drawing/2014/main" id="{A0263E83-F0E0-C116-64ED-CA6254091F91}"/>
              </a:ext>
            </a:extLst>
          </p:cNvPr>
          <p:cNvSpPr txBox="1"/>
          <p:nvPr/>
        </p:nvSpPr>
        <p:spPr>
          <a:xfrm>
            <a:off x="6553200" y="938775"/>
            <a:ext cx="9372599" cy="1115690"/>
          </a:xfrm>
          <a:prstGeom prst="rect">
            <a:avLst/>
          </a:prstGeom>
        </p:spPr>
        <p:txBody>
          <a:bodyPr wrap="square" lIns="0" tIns="0" rIns="0" bIns="0" rtlCol="0" anchor="t">
            <a:spAutoFit/>
          </a:bodyPr>
          <a:lstStyle/>
          <a:p>
            <a:pPr marL="0" lvl="0" indent="0" algn="l">
              <a:lnSpc>
                <a:spcPts val="8717"/>
              </a:lnSpc>
              <a:spcBef>
                <a:spcPct val="0"/>
              </a:spcBef>
            </a:pPr>
            <a:r>
              <a:rPr lang="vi-VN" sz="7925" b="1" u="none">
                <a:solidFill>
                  <a:srgbClr val="1836B2"/>
                </a:solidFill>
                <a:latin typeface="Times New Roman" panose="02020603050405020304" pitchFamily="18" charset="0"/>
                <a:ea typeface="Cabin Semi-Bold"/>
                <a:cs typeface="Times New Roman" panose="02020603050405020304" pitchFamily="18" charset="0"/>
                <a:sym typeface="Cabin Semi-Bold"/>
              </a:rPr>
              <a:t>Mục đích nghiên cứu</a:t>
            </a:r>
            <a:endParaRPr lang="en-US" sz="79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14" name="Rectangle 1">
            <a:extLst>
              <a:ext uri="{FF2B5EF4-FFF2-40B4-BE49-F238E27FC236}">
                <a16:creationId xmlns:a16="http://schemas.microsoft.com/office/drawing/2014/main" id="{3CAB68A5-B173-4804-934E-20EA7C3BCE6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pic>
        <p:nvPicPr>
          <p:cNvPr id="15" name="Picture 14" descr="A dart hitting the center of a target&#10;&#10;Description automatically generated">
            <a:extLst>
              <a:ext uri="{FF2B5EF4-FFF2-40B4-BE49-F238E27FC236}">
                <a16:creationId xmlns:a16="http://schemas.microsoft.com/office/drawing/2014/main" id="{AB6F806E-9FBE-19D0-1D26-6CEA36DD21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2600" y="3467100"/>
            <a:ext cx="4762500" cy="4762500"/>
          </a:xfrm>
          <a:prstGeom prst="rect">
            <a:avLst/>
          </a:prstGeom>
        </p:spPr>
      </p:pic>
      <p:sp>
        <p:nvSpPr>
          <p:cNvPr id="18" name="TextBox 17">
            <a:extLst>
              <a:ext uri="{FF2B5EF4-FFF2-40B4-BE49-F238E27FC236}">
                <a16:creationId xmlns:a16="http://schemas.microsoft.com/office/drawing/2014/main" id="{9980BEC8-CAD6-7BB7-33AF-F934FEC16EB8}"/>
              </a:ext>
            </a:extLst>
          </p:cNvPr>
          <p:cNvSpPr txBox="1"/>
          <p:nvPr/>
        </p:nvSpPr>
        <p:spPr>
          <a:xfrm>
            <a:off x="1752600" y="4305299"/>
            <a:ext cx="10896600" cy="4154984"/>
          </a:xfrm>
          <a:prstGeom prst="rect">
            <a:avLst/>
          </a:prstGeom>
          <a:noFill/>
        </p:spPr>
        <p:txBody>
          <a:bodyPr wrap="square" rtlCol="0">
            <a:spAutoFit/>
          </a:bodyPr>
          <a:lstStyle/>
          <a:p>
            <a:r>
              <a:rPr lang="vi-VN" sz="2400" b="1"/>
              <a:t>1. Quản lý dữ liệu thư viện hiệu quả</a:t>
            </a:r>
          </a:p>
          <a:p>
            <a:r>
              <a:rPr lang="vi-VN" sz="2400"/>
              <a:t>Phát triển cơ sở dữ liệu hỗ trợ lưu trữ và truy xuất thông tin tài liệu (tên sách, tác giả, chuyên ngành...) một cách khoa học và chính xác.</a:t>
            </a:r>
          </a:p>
          <a:p>
            <a:endParaRPr lang="vi-VN" sz="2400"/>
          </a:p>
          <a:p>
            <a:r>
              <a:rPr lang="vi-VN" sz="2400" b="1"/>
              <a:t>2. Tối ưu hóa trải nghiệm tra cứu</a:t>
            </a:r>
          </a:p>
          <a:p>
            <a:r>
              <a:rPr lang="vi-VN" sz="2400"/>
              <a:t>Thiết kế giao diện thân thiện, tích hợp bộ lọc tìm kiếm thông minh giúp sinh viên và giảng viên dễ dàng tiếp cận tài liệu mong muốn.</a:t>
            </a:r>
          </a:p>
          <a:p>
            <a:endParaRPr lang="vi-VN" sz="2400"/>
          </a:p>
          <a:p>
            <a:r>
              <a:rPr lang="vi-VN" sz="2400" b="1"/>
              <a:t>3. Hiện đại hóa công tác quản lý</a:t>
            </a:r>
          </a:p>
          <a:p>
            <a:r>
              <a:rPr lang="vi-VN" sz="2400"/>
              <a:t>Ứng dụng công nghệ Web để tự động hóa quy trình mượn trả, nâng cao tính chuyên nghiệp và hiệu quả phục vụ cho Thư viện ĐH Trà Vinh.</a:t>
            </a:r>
          </a:p>
        </p:txBody>
      </p:sp>
      <p:sp>
        <p:nvSpPr>
          <p:cNvPr id="7" name="Slide Number Placeholder 6">
            <a:extLst>
              <a:ext uri="{FF2B5EF4-FFF2-40B4-BE49-F238E27FC236}">
                <a16:creationId xmlns:a16="http://schemas.microsoft.com/office/drawing/2014/main" id="{36BB3EDE-C298-E16A-A08A-EBE6E10C55C9}"/>
              </a:ext>
            </a:extLst>
          </p:cNvPr>
          <p:cNvSpPr>
            <a:spLocks noGrp="1"/>
          </p:cNvSpPr>
          <p:nvPr>
            <p:ph type="sldNum" sz="quarter" idx="12"/>
          </p:nvPr>
        </p:nvSpPr>
        <p:spPr/>
        <p:txBody>
          <a:bodyPr/>
          <a:lstStyle/>
          <a:p>
            <a:fld id="{B6F15528-21DE-4FAA-801E-634DDDAF4B2B}" type="slidenum">
              <a:rPr lang="en-US" smtClean="0"/>
              <a:pPr/>
              <a:t>5</a:t>
            </a:fld>
            <a:endParaRPr lang="en-US" sz="2000"/>
          </a:p>
        </p:txBody>
      </p:sp>
    </p:spTree>
    <p:extLst>
      <p:ext uri="{BB962C8B-B14F-4D97-AF65-F5344CB8AC3E}">
        <p14:creationId xmlns:p14="http://schemas.microsoft.com/office/powerpoint/2010/main" val="1484462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EA750-86B1-782F-E0F0-EAA9B4A3E009}"/>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0318FBC0-FA3A-55E7-3AB2-C17CD50E0EFF}"/>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a16="http://schemas.microsoft.com/office/drawing/2014/main" id="{2E76A980-650F-61AA-06B6-BD3ED18F7C39}"/>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a16="http://schemas.microsoft.com/office/drawing/2014/main" id="{077C0D2A-745B-E8DD-B0AF-2F466E769B28}"/>
              </a:ext>
            </a:extLst>
          </p:cNvPr>
          <p:cNvSpPr txBox="1"/>
          <p:nvPr/>
        </p:nvSpPr>
        <p:spPr>
          <a:xfrm>
            <a:off x="6553200" y="970033"/>
            <a:ext cx="9372599" cy="1053173"/>
          </a:xfrm>
          <a:prstGeom prst="rect">
            <a:avLst/>
          </a:prstGeom>
        </p:spPr>
        <p:txBody>
          <a:bodyPr wrap="square" lIns="0" tIns="0" rIns="0" bIns="0" rtlCol="0" anchor="t">
            <a:spAutoFit/>
          </a:bodyPr>
          <a:lstStyle/>
          <a:p>
            <a:pPr marL="0" lvl="0" indent="0" algn="l">
              <a:lnSpc>
                <a:spcPts val="8717"/>
              </a:lnSpc>
              <a:spcBef>
                <a:spcPct val="0"/>
              </a:spcBef>
            </a:pPr>
            <a:r>
              <a:rPr lang="vi-VN" sz="7200" b="1" u="none">
                <a:solidFill>
                  <a:srgbClr val="1836B2"/>
                </a:solidFill>
                <a:latin typeface="Times New Roman" panose="02020603050405020304" pitchFamily="18" charset="0"/>
                <a:ea typeface="Cabin Semi-Bold"/>
                <a:cs typeface="Times New Roman" panose="02020603050405020304" pitchFamily="18" charset="0"/>
                <a:sym typeface="Cabin Semi-Bold"/>
              </a:rPr>
              <a:t>Đối tượng nghiên cứu</a:t>
            </a:r>
            <a:endParaRPr lang="en-US" sz="7200"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14" name="Rectangle 1">
            <a:extLst>
              <a:ext uri="{FF2B5EF4-FFF2-40B4-BE49-F238E27FC236}">
                <a16:creationId xmlns:a16="http://schemas.microsoft.com/office/drawing/2014/main" id="{6B870D51-E231-7345-0695-8CE5B8F1057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18" name="TextBox 17">
            <a:extLst>
              <a:ext uri="{FF2B5EF4-FFF2-40B4-BE49-F238E27FC236}">
                <a16:creationId xmlns:a16="http://schemas.microsoft.com/office/drawing/2014/main" id="{DE902FAB-9598-A3E7-54C4-365ECE902596}"/>
              </a:ext>
            </a:extLst>
          </p:cNvPr>
          <p:cNvSpPr txBox="1"/>
          <p:nvPr/>
        </p:nvSpPr>
        <p:spPr>
          <a:xfrm>
            <a:off x="1837823" y="7477872"/>
            <a:ext cx="1871189" cy="523220"/>
          </a:xfrm>
          <a:prstGeom prst="rect">
            <a:avLst/>
          </a:prstGeom>
          <a:noFill/>
        </p:spPr>
        <p:txBody>
          <a:bodyPr wrap="square" rtlCol="0">
            <a:spAutoFit/>
          </a:bodyPr>
          <a:lstStyle/>
          <a:p>
            <a:r>
              <a:rPr lang="vi-VN" sz="2800"/>
              <a:t>Sinh Viên</a:t>
            </a:r>
          </a:p>
        </p:txBody>
      </p:sp>
      <p:sp>
        <p:nvSpPr>
          <p:cNvPr id="7" name="Slide Number Placeholder 6">
            <a:extLst>
              <a:ext uri="{FF2B5EF4-FFF2-40B4-BE49-F238E27FC236}">
                <a16:creationId xmlns:a16="http://schemas.microsoft.com/office/drawing/2014/main" id="{FE5D421A-2A76-2601-8EC4-80C9E2A54876}"/>
              </a:ext>
            </a:extLst>
          </p:cNvPr>
          <p:cNvSpPr>
            <a:spLocks noGrp="1"/>
          </p:cNvSpPr>
          <p:nvPr>
            <p:ph type="sldNum" sz="quarter" idx="12"/>
          </p:nvPr>
        </p:nvSpPr>
        <p:spPr/>
        <p:txBody>
          <a:bodyPr/>
          <a:lstStyle/>
          <a:p>
            <a:fld id="{B6F15528-21DE-4FAA-801E-634DDDAF4B2B}" type="slidenum">
              <a:rPr lang="en-US" smtClean="0"/>
              <a:pPr/>
              <a:t>6</a:t>
            </a:fld>
            <a:endParaRPr lang="en-US" sz="2000"/>
          </a:p>
        </p:txBody>
      </p:sp>
      <p:pic>
        <p:nvPicPr>
          <p:cNvPr id="13" name="Picture 12" descr="A cartoon of a person sitting at a desk&#10;&#10;AI-generated content may be incorrect.">
            <a:extLst>
              <a:ext uri="{FF2B5EF4-FFF2-40B4-BE49-F238E27FC236}">
                <a16:creationId xmlns:a16="http://schemas.microsoft.com/office/drawing/2014/main" id="{E41E91A1-5649-53CE-FD05-B8C3E44BEE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11200" y="3505874"/>
            <a:ext cx="4241184" cy="4000768"/>
          </a:xfrm>
          <a:prstGeom prst="rect">
            <a:avLst/>
          </a:prstGeom>
        </p:spPr>
      </p:pic>
      <p:pic>
        <p:nvPicPr>
          <p:cNvPr id="17" name="Picture 16" descr="A cartoon of a child with a backpack&#10;&#10;AI-generated content may be incorrect.">
            <a:extLst>
              <a:ext uri="{FF2B5EF4-FFF2-40B4-BE49-F238E27FC236}">
                <a16:creationId xmlns:a16="http://schemas.microsoft.com/office/drawing/2014/main" id="{D0CD060C-9FD4-6A6E-DC7C-083692120A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3631" y="3647981"/>
            <a:ext cx="2747998" cy="3716555"/>
          </a:xfrm>
          <a:prstGeom prst="rect">
            <a:avLst/>
          </a:prstGeom>
        </p:spPr>
      </p:pic>
      <p:pic>
        <p:nvPicPr>
          <p:cNvPr id="20" name="Picture 19" descr="A cartoon of a person with glasses&#10;&#10;AI-generated content may be incorrect.">
            <a:extLst>
              <a:ext uri="{FF2B5EF4-FFF2-40B4-BE49-F238E27FC236}">
                <a16:creationId xmlns:a16="http://schemas.microsoft.com/office/drawing/2014/main" id="{4E3AB03D-2200-D7FD-7FD6-580E402C64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6808" y="3647981"/>
            <a:ext cx="3894384" cy="3894384"/>
          </a:xfrm>
          <a:prstGeom prst="rect">
            <a:avLst/>
          </a:prstGeom>
        </p:spPr>
      </p:pic>
      <p:sp>
        <p:nvSpPr>
          <p:cNvPr id="21" name="TextBox 20">
            <a:extLst>
              <a:ext uri="{FF2B5EF4-FFF2-40B4-BE49-F238E27FC236}">
                <a16:creationId xmlns:a16="http://schemas.microsoft.com/office/drawing/2014/main" id="{50A73FC0-F139-8A7F-135A-8F5B044B46DB}"/>
              </a:ext>
            </a:extLst>
          </p:cNvPr>
          <p:cNvSpPr txBox="1"/>
          <p:nvPr/>
        </p:nvSpPr>
        <p:spPr>
          <a:xfrm>
            <a:off x="8344217" y="7477872"/>
            <a:ext cx="1599566" cy="523220"/>
          </a:xfrm>
          <a:prstGeom prst="rect">
            <a:avLst/>
          </a:prstGeom>
          <a:noFill/>
        </p:spPr>
        <p:txBody>
          <a:bodyPr wrap="square" rtlCol="0">
            <a:spAutoFit/>
          </a:bodyPr>
          <a:lstStyle/>
          <a:p>
            <a:r>
              <a:rPr lang="vi-VN" sz="2800"/>
              <a:t>Thủ Thư</a:t>
            </a:r>
          </a:p>
        </p:txBody>
      </p:sp>
      <p:sp>
        <p:nvSpPr>
          <p:cNvPr id="22" name="TextBox 21">
            <a:extLst>
              <a:ext uri="{FF2B5EF4-FFF2-40B4-BE49-F238E27FC236}">
                <a16:creationId xmlns:a16="http://schemas.microsoft.com/office/drawing/2014/main" id="{FD56C95E-10A1-8EC1-F3A4-2D11A87AFA2B}"/>
              </a:ext>
            </a:extLst>
          </p:cNvPr>
          <p:cNvSpPr txBox="1"/>
          <p:nvPr/>
        </p:nvSpPr>
        <p:spPr>
          <a:xfrm>
            <a:off x="14538793" y="7477872"/>
            <a:ext cx="2375208" cy="523220"/>
          </a:xfrm>
          <a:prstGeom prst="rect">
            <a:avLst/>
          </a:prstGeom>
          <a:noFill/>
        </p:spPr>
        <p:txBody>
          <a:bodyPr wrap="square" rtlCol="0">
            <a:spAutoFit/>
          </a:bodyPr>
          <a:lstStyle/>
          <a:p>
            <a:r>
              <a:rPr lang="vi-VN" sz="2800"/>
              <a:t>Quản trị Viên</a:t>
            </a:r>
          </a:p>
        </p:txBody>
      </p:sp>
    </p:spTree>
    <p:extLst>
      <p:ext uri="{BB962C8B-B14F-4D97-AF65-F5344CB8AC3E}">
        <p14:creationId xmlns:p14="http://schemas.microsoft.com/office/powerpoint/2010/main" val="651715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75379-BFCF-8516-961F-33E29CC1886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CBA01C9-EA99-B603-67E6-82A1B877788B}"/>
              </a:ext>
            </a:extLst>
          </p:cNvPr>
          <p:cNvSpPr txBox="1"/>
          <p:nvPr/>
        </p:nvSpPr>
        <p:spPr>
          <a:xfrm>
            <a:off x="1524000" y="4361320"/>
            <a:ext cx="13335000" cy="1090042"/>
          </a:xfrm>
          <a:prstGeom prst="rect">
            <a:avLst/>
          </a:prstGeom>
        </p:spPr>
        <p:txBody>
          <a:bodyPr wrap="square" lIns="0" tIns="0" rIns="0" bIns="0" rtlCol="0" anchor="t">
            <a:spAutoFit/>
          </a:bodyPr>
          <a:lstStyle/>
          <a:p>
            <a:pPr marL="0" lvl="0" indent="0" algn="l">
              <a:lnSpc>
                <a:spcPts val="8470"/>
              </a:lnSpc>
              <a:spcBef>
                <a:spcPct val="0"/>
              </a:spcBef>
            </a:pPr>
            <a:r>
              <a:rPr lang="en-US" sz="7700" b="1">
                <a:solidFill>
                  <a:srgbClr val="1836B2"/>
                </a:solidFill>
                <a:latin typeface="Arial" panose="020B0604020202020204" pitchFamily="34" charset="0"/>
                <a:ea typeface="Cabin Semi-Bold"/>
                <a:cs typeface="Arial" panose="020B0604020202020204" pitchFamily="34" charset="0"/>
                <a:sym typeface="Cabin Semi-Bold"/>
              </a:rPr>
              <a:t>2. </a:t>
            </a:r>
            <a:r>
              <a:rPr lang="vi-VN" sz="7700" b="1">
                <a:solidFill>
                  <a:srgbClr val="1836B2"/>
                </a:solidFill>
                <a:latin typeface="Arial" panose="020B0604020202020204" pitchFamily="34" charset="0"/>
                <a:ea typeface="Cabin Semi-Bold"/>
                <a:cs typeface="Arial" panose="020B0604020202020204" pitchFamily="34" charset="0"/>
                <a:sym typeface="Cabin Semi-Bold"/>
              </a:rPr>
              <a:t>Phương pháp nghiên cứu</a:t>
            </a:r>
            <a:endParaRPr lang="en-US" sz="7700" b="1">
              <a:solidFill>
                <a:srgbClr val="1836B2"/>
              </a:solidFill>
              <a:latin typeface="Arial" panose="020B0604020202020204" pitchFamily="34" charset="0"/>
              <a:ea typeface="Cabin Semi-Bold"/>
              <a:cs typeface="Arial" panose="020B0604020202020204" pitchFamily="34" charset="0"/>
              <a:sym typeface="Cabin Semi-Bold"/>
            </a:endParaRPr>
          </a:p>
        </p:txBody>
      </p:sp>
      <p:sp>
        <p:nvSpPr>
          <p:cNvPr id="11" name="Slide Number Placeholder 10">
            <a:extLst>
              <a:ext uri="{FF2B5EF4-FFF2-40B4-BE49-F238E27FC236}">
                <a16:creationId xmlns:a16="http://schemas.microsoft.com/office/drawing/2014/main" id="{C28225E6-D264-4291-D44E-87E5CA7D3491}"/>
              </a:ext>
            </a:extLst>
          </p:cNvPr>
          <p:cNvSpPr>
            <a:spLocks noGrp="1"/>
          </p:cNvSpPr>
          <p:nvPr>
            <p:ph type="sldNum" sz="quarter" idx="12"/>
          </p:nvPr>
        </p:nvSpPr>
        <p:spPr/>
        <p:txBody>
          <a:bodyPr/>
          <a:lstStyle/>
          <a:p>
            <a:fld id="{B6F15528-21DE-4FAA-801E-634DDDAF4B2B}" type="slidenum">
              <a:rPr lang="en-US" smtClean="0"/>
              <a:pPr/>
              <a:t>7</a:t>
            </a:fld>
            <a:endParaRPr lang="en-US" sz="2000"/>
          </a:p>
        </p:txBody>
      </p:sp>
      <p:sp>
        <p:nvSpPr>
          <p:cNvPr id="7" name="Freeform 4">
            <a:extLst>
              <a:ext uri="{FF2B5EF4-FFF2-40B4-BE49-F238E27FC236}">
                <a16:creationId xmlns:a16="http://schemas.microsoft.com/office/drawing/2014/main" id="{3341647F-4F5E-0D76-EE74-D2906695FA6B}"/>
              </a:ext>
            </a:extLst>
          </p:cNvPr>
          <p:cNvSpPr/>
          <p:nvPr/>
        </p:nvSpPr>
        <p:spPr>
          <a:xfrm rot="1841385" flipV="1">
            <a:off x="-2164306" y="8542308"/>
            <a:ext cx="7649283" cy="436748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vi-VN"/>
          </a:p>
        </p:txBody>
      </p:sp>
      <p:grpSp>
        <p:nvGrpSpPr>
          <p:cNvPr id="8" name="Group 3">
            <a:extLst>
              <a:ext uri="{FF2B5EF4-FFF2-40B4-BE49-F238E27FC236}">
                <a16:creationId xmlns:a16="http://schemas.microsoft.com/office/drawing/2014/main" id="{07C0CD82-04E4-0E81-2851-358D038F60C5}"/>
              </a:ext>
            </a:extLst>
          </p:cNvPr>
          <p:cNvGrpSpPr/>
          <p:nvPr/>
        </p:nvGrpSpPr>
        <p:grpSpPr>
          <a:xfrm>
            <a:off x="14020800" y="-1623261"/>
            <a:ext cx="9942364" cy="11050037"/>
            <a:chOff x="0" y="0"/>
            <a:chExt cx="13256485" cy="14733382"/>
          </a:xfrm>
        </p:grpSpPr>
        <p:sp>
          <p:nvSpPr>
            <p:cNvPr id="9" name="Freeform 4">
              <a:extLst>
                <a:ext uri="{FF2B5EF4-FFF2-40B4-BE49-F238E27FC236}">
                  <a16:creationId xmlns:a16="http://schemas.microsoft.com/office/drawing/2014/main" id="{B4903922-2F3C-F5FB-479D-503F19FAD178}"/>
                </a:ext>
              </a:extLst>
            </p:cNvPr>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vi-VN"/>
            </a:p>
          </p:txBody>
        </p:sp>
        <p:grpSp>
          <p:nvGrpSpPr>
            <p:cNvPr id="10" name="Group 5">
              <a:extLst>
                <a:ext uri="{FF2B5EF4-FFF2-40B4-BE49-F238E27FC236}">
                  <a16:creationId xmlns:a16="http://schemas.microsoft.com/office/drawing/2014/main" id="{CE82B8D0-C329-1A19-5CD5-DF8A804664F5}"/>
                </a:ext>
              </a:extLst>
            </p:cNvPr>
            <p:cNvGrpSpPr/>
            <p:nvPr/>
          </p:nvGrpSpPr>
          <p:grpSpPr>
            <a:xfrm rot="-10800000">
              <a:off x="2235200" y="2678891"/>
              <a:ext cx="11021285" cy="12054491"/>
              <a:chOff x="-53270" y="372112"/>
              <a:chExt cx="4911651" cy="5372100"/>
            </a:xfrm>
          </p:grpSpPr>
          <p:sp>
            <p:nvSpPr>
              <p:cNvPr id="12" name="Freeform 6">
                <a:extLst>
                  <a:ext uri="{FF2B5EF4-FFF2-40B4-BE49-F238E27FC236}">
                    <a16:creationId xmlns:a16="http://schemas.microsoft.com/office/drawing/2014/main" id="{1EC23355-82FC-9B84-9480-1CE67C12B681}"/>
                  </a:ext>
                </a:extLst>
              </p:cNvPr>
              <p:cNvSpPr/>
              <p:nvPr/>
            </p:nvSpPr>
            <p:spPr>
              <a:xfrm>
                <a:off x="-53270" y="372112"/>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spTree>
    <p:extLst>
      <p:ext uri="{BB962C8B-B14F-4D97-AF65-F5344CB8AC3E}">
        <p14:creationId xmlns:p14="http://schemas.microsoft.com/office/powerpoint/2010/main" val="3042553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98D7F-A361-3F3B-1C32-2D9E340B437D}"/>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id="{53801BE1-F671-FBF3-E4B0-B0262BAFDD36}"/>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id="{08D35EF3-A9C2-179C-B99A-377BA6112938}"/>
              </a:ext>
            </a:extLst>
          </p:cNvPr>
          <p:cNvGrpSpPr/>
          <p:nvPr/>
        </p:nvGrpSpPr>
        <p:grpSpPr>
          <a:xfrm rot="-10800000">
            <a:off x="13632560" y="9258300"/>
            <a:ext cx="3194047" cy="4221147"/>
            <a:chOff x="0" y="0"/>
            <a:chExt cx="4064946" cy="5372100"/>
          </a:xfrm>
        </p:grpSpPr>
        <p:sp>
          <p:nvSpPr>
            <p:cNvPr id="9" name="Freeform 9">
              <a:extLst>
                <a:ext uri="{FF2B5EF4-FFF2-40B4-BE49-F238E27FC236}">
                  <a16:creationId xmlns:a16="http://schemas.microsoft.com/office/drawing/2014/main" id="{3F271AC1-7A86-048B-3C44-1B259C901D4B}"/>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id="{DC7A5258-3EAA-B968-9ECA-14EB9B1BDBC9}"/>
              </a:ext>
            </a:extLst>
          </p:cNvPr>
          <p:cNvGrpSpPr/>
          <p:nvPr/>
        </p:nvGrpSpPr>
        <p:grpSpPr>
          <a:xfrm rot="-10800000">
            <a:off x="15154432" y="9258300"/>
            <a:ext cx="3194047" cy="4221147"/>
            <a:chOff x="0" y="0"/>
            <a:chExt cx="4064946" cy="5372100"/>
          </a:xfrm>
        </p:grpSpPr>
        <p:sp>
          <p:nvSpPr>
            <p:cNvPr id="11" name="Freeform 11">
              <a:extLst>
                <a:ext uri="{FF2B5EF4-FFF2-40B4-BE49-F238E27FC236}">
                  <a16:creationId xmlns:a16="http://schemas.microsoft.com/office/drawing/2014/main" id="{19E78EC8-A873-E58D-B5B5-060AB6FB03F4}"/>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id="{E2ECC991-18BD-520B-9215-93472029B517}"/>
              </a:ext>
            </a:extLst>
          </p:cNvPr>
          <p:cNvSpPr txBox="1"/>
          <p:nvPr/>
        </p:nvSpPr>
        <p:spPr>
          <a:xfrm>
            <a:off x="1059218" y="991667"/>
            <a:ext cx="11208982" cy="1053173"/>
          </a:xfrm>
          <a:prstGeom prst="rect">
            <a:avLst/>
          </a:prstGeom>
        </p:spPr>
        <p:txBody>
          <a:bodyPr wrap="square" lIns="0" tIns="0" rIns="0" bIns="0" rtlCol="0" anchor="t">
            <a:spAutoFit/>
          </a:bodyPr>
          <a:lstStyle/>
          <a:p>
            <a:pPr marL="0" lvl="0" indent="0" algn="l">
              <a:lnSpc>
                <a:spcPts val="8717"/>
              </a:lnSpc>
              <a:spcBef>
                <a:spcPct val="0"/>
              </a:spcBef>
            </a:pPr>
            <a:r>
              <a:rPr lang="vi-VN" sz="7200" b="1" u="none">
                <a:solidFill>
                  <a:srgbClr val="1836B2"/>
                </a:solidFill>
                <a:latin typeface="Times New Roman" panose="02020603050405020304" pitchFamily="18" charset="0"/>
                <a:ea typeface="Cabin Semi-Bold"/>
                <a:cs typeface="Times New Roman" panose="02020603050405020304" pitchFamily="18" charset="0"/>
                <a:sym typeface="Cabin Semi-Bold"/>
              </a:rPr>
              <a:t>Kiến trúc hệ thống MVC</a:t>
            </a:r>
            <a:endParaRPr lang="en-US" sz="7200"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4" name="Slide Number Placeholder 3">
            <a:extLst>
              <a:ext uri="{FF2B5EF4-FFF2-40B4-BE49-F238E27FC236}">
                <a16:creationId xmlns:a16="http://schemas.microsoft.com/office/drawing/2014/main" id="{D872792F-0FFE-161F-2F9D-B6933AE8CBB1}"/>
              </a:ext>
            </a:extLst>
          </p:cNvPr>
          <p:cNvSpPr>
            <a:spLocks noGrp="1"/>
          </p:cNvSpPr>
          <p:nvPr>
            <p:ph type="sldNum" sz="quarter" idx="12"/>
          </p:nvPr>
        </p:nvSpPr>
        <p:spPr/>
        <p:txBody>
          <a:bodyPr/>
          <a:lstStyle/>
          <a:p>
            <a:fld id="{B6F15528-21DE-4FAA-801E-634DDDAF4B2B}" type="slidenum">
              <a:rPr lang="en-US" smtClean="0"/>
              <a:pPr/>
              <a:t>8</a:t>
            </a:fld>
            <a:endParaRPr lang="en-US" sz="2000"/>
          </a:p>
        </p:txBody>
      </p:sp>
      <p:pic>
        <p:nvPicPr>
          <p:cNvPr id="2" name="Picture 1">
            <a:extLst>
              <a:ext uri="{FF2B5EF4-FFF2-40B4-BE49-F238E27FC236}">
                <a16:creationId xmlns:a16="http://schemas.microsoft.com/office/drawing/2014/main" id="{874D8965-C5A7-5B4D-A30F-D93A6E8361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6143" y="2422368"/>
            <a:ext cx="9835714" cy="7200000"/>
          </a:xfrm>
          <a:prstGeom prst="rect">
            <a:avLst/>
          </a:prstGeom>
        </p:spPr>
      </p:pic>
    </p:spTree>
    <p:extLst>
      <p:ext uri="{BB962C8B-B14F-4D97-AF65-F5344CB8AC3E}">
        <p14:creationId xmlns:p14="http://schemas.microsoft.com/office/powerpoint/2010/main" val="2049296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F5569-8787-0062-F375-50063FE23D12}"/>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id="{D262D63C-B488-BE8F-C638-5411651FA7C7}"/>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id="{447F5CB9-EEEE-A003-FD07-4A3605270386}"/>
              </a:ext>
            </a:extLst>
          </p:cNvPr>
          <p:cNvGrpSpPr/>
          <p:nvPr/>
        </p:nvGrpSpPr>
        <p:grpSpPr>
          <a:xfrm rot="-10800000">
            <a:off x="13632560" y="9258300"/>
            <a:ext cx="3194047" cy="4221147"/>
            <a:chOff x="0" y="0"/>
            <a:chExt cx="4064946" cy="5372100"/>
          </a:xfrm>
        </p:grpSpPr>
        <p:sp>
          <p:nvSpPr>
            <p:cNvPr id="9" name="Freeform 9">
              <a:extLst>
                <a:ext uri="{FF2B5EF4-FFF2-40B4-BE49-F238E27FC236}">
                  <a16:creationId xmlns:a16="http://schemas.microsoft.com/office/drawing/2014/main" id="{B11A3129-E3A3-B22B-AE4B-9D0FA520B721}"/>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id="{4CD4F022-1E5A-B5DB-4C6B-6714ADAFFCE2}"/>
              </a:ext>
            </a:extLst>
          </p:cNvPr>
          <p:cNvGrpSpPr/>
          <p:nvPr/>
        </p:nvGrpSpPr>
        <p:grpSpPr>
          <a:xfrm rot="-10800000">
            <a:off x="15154432" y="9258300"/>
            <a:ext cx="3194047" cy="4221147"/>
            <a:chOff x="0" y="0"/>
            <a:chExt cx="4064946" cy="5372100"/>
          </a:xfrm>
        </p:grpSpPr>
        <p:sp>
          <p:nvSpPr>
            <p:cNvPr id="11" name="Freeform 11">
              <a:extLst>
                <a:ext uri="{FF2B5EF4-FFF2-40B4-BE49-F238E27FC236}">
                  <a16:creationId xmlns:a16="http://schemas.microsoft.com/office/drawing/2014/main" id="{C9B6B59E-ED31-2260-EC82-6518739409DB}"/>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id="{D4C17CFB-C9FC-3A0E-9F79-4E4FF14A6573}"/>
              </a:ext>
            </a:extLst>
          </p:cNvPr>
          <p:cNvSpPr txBox="1"/>
          <p:nvPr/>
        </p:nvSpPr>
        <p:spPr>
          <a:xfrm>
            <a:off x="1059218" y="991667"/>
            <a:ext cx="8378511" cy="1053173"/>
          </a:xfrm>
          <a:prstGeom prst="rect">
            <a:avLst/>
          </a:prstGeom>
        </p:spPr>
        <p:txBody>
          <a:bodyPr lIns="0" tIns="0" rIns="0" bIns="0" rtlCol="0" anchor="t">
            <a:spAutoFit/>
          </a:bodyPr>
          <a:lstStyle/>
          <a:p>
            <a:pPr marL="0" lvl="0" indent="0" algn="l">
              <a:lnSpc>
                <a:spcPts val="8717"/>
              </a:lnSpc>
              <a:spcBef>
                <a:spcPct val="0"/>
              </a:spcBef>
            </a:pPr>
            <a:r>
              <a:rPr lang="vi-VN" sz="7200" b="1" u="none">
                <a:solidFill>
                  <a:srgbClr val="1836B2"/>
                </a:solidFill>
                <a:latin typeface="Times New Roman" panose="02020603050405020304" pitchFamily="18" charset="0"/>
                <a:ea typeface="Cabin Semi-Bold"/>
                <a:cs typeface="Times New Roman" panose="02020603050405020304" pitchFamily="18" charset="0"/>
                <a:sym typeface="Cabin Semi-Bold"/>
              </a:rPr>
              <a:t>Công nghệ sử dụng</a:t>
            </a:r>
            <a:endParaRPr lang="en-US" sz="7200"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pic>
        <p:nvPicPr>
          <p:cNvPr id="29" name="Picture 28">
            <a:extLst>
              <a:ext uri="{FF2B5EF4-FFF2-40B4-BE49-F238E27FC236}">
                <a16:creationId xmlns:a16="http://schemas.microsoft.com/office/drawing/2014/main" id="{26D56CF0-1ECC-6623-ED52-AE16D87813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6920" y="3242843"/>
            <a:ext cx="1714500" cy="2428875"/>
          </a:xfrm>
          <a:prstGeom prst="rect">
            <a:avLst/>
          </a:prstGeom>
        </p:spPr>
      </p:pic>
      <p:pic>
        <p:nvPicPr>
          <p:cNvPr id="31" name="Picture 30">
            <a:extLst>
              <a:ext uri="{FF2B5EF4-FFF2-40B4-BE49-F238E27FC236}">
                <a16:creationId xmlns:a16="http://schemas.microsoft.com/office/drawing/2014/main" id="{DACEE61B-BCFA-5AB9-DDB1-ECAC64BE95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411776" y="3632267"/>
            <a:ext cx="2429728" cy="1833880"/>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pic>
        <p:nvPicPr>
          <p:cNvPr id="33" name="Picture 32" descr="A logo of a website&#10;&#10;Description automatically generated">
            <a:extLst>
              <a:ext uri="{FF2B5EF4-FFF2-40B4-BE49-F238E27FC236}">
                <a16:creationId xmlns:a16="http://schemas.microsoft.com/office/drawing/2014/main" id="{063CCDB3-3751-3275-2D72-E8B70A8134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533" y="3028531"/>
            <a:ext cx="2857500" cy="2857500"/>
          </a:xfrm>
          <a:prstGeom prst="rect">
            <a:avLst/>
          </a:prstGeom>
        </p:spPr>
      </p:pic>
      <p:pic>
        <p:nvPicPr>
          <p:cNvPr id="35" name="Picture 34" descr="A yellow and black logo&#10;&#10;Description automatically generated">
            <a:extLst>
              <a:ext uri="{FF2B5EF4-FFF2-40B4-BE49-F238E27FC236}">
                <a16:creationId xmlns:a16="http://schemas.microsoft.com/office/drawing/2014/main" id="{FF829D69-13DD-3834-07EF-B1700266F6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17766" y="3135686"/>
            <a:ext cx="3073748" cy="2643187"/>
          </a:xfrm>
          <a:prstGeom prst="rect">
            <a:avLst/>
          </a:prstGeom>
        </p:spPr>
      </p:pic>
      <p:pic>
        <p:nvPicPr>
          <p:cNvPr id="36" name="Picture 35">
            <a:extLst>
              <a:ext uri="{FF2B5EF4-FFF2-40B4-BE49-F238E27FC236}">
                <a16:creationId xmlns:a16="http://schemas.microsoft.com/office/drawing/2014/main" id="{C31AA998-9AB8-F2BE-E319-BEBC9E06D8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22203" y="3241527"/>
            <a:ext cx="2766645" cy="1878330"/>
          </a:xfrm>
          <a:prstGeom prst="rect">
            <a:avLst/>
          </a:prstGeom>
        </p:spPr>
      </p:pic>
      <p:pic>
        <p:nvPicPr>
          <p:cNvPr id="38" name="Picture 37">
            <a:extLst>
              <a:ext uri="{FF2B5EF4-FFF2-40B4-BE49-F238E27FC236}">
                <a16:creationId xmlns:a16="http://schemas.microsoft.com/office/drawing/2014/main" id="{F0CE1478-B0A9-C088-A779-9C2EB65A83A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96488" y="3283195"/>
            <a:ext cx="2602836" cy="2602836"/>
          </a:xfrm>
          <a:prstGeom prst="rect">
            <a:avLst/>
          </a:prstGeom>
        </p:spPr>
      </p:pic>
      <p:sp>
        <p:nvSpPr>
          <p:cNvPr id="39" name="TextBox 38">
            <a:extLst>
              <a:ext uri="{FF2B5EF4-FFF2-40B4-BE49-F238E27FC236}">
                <a16:creationId xmlns:a16="http://schemas.microsoft.com/office/drawing/2014/main" id="{A0F2BBE0-2128-F2C8-B532-6ACF33A62E2F}"/>
              </a:ext>
            </a:extLst>
          </p:cNvPr>
          <p:cNvSpPr txBox="1"/>
          <p:nvPr/>
        </p:nvSpPr>
        <p:spPr>
          <a:xfrm>
            <a:off x="488161" y="6106335"/>
            <a:ext cx="2407439" cy="1200329"/>
          </a:xfrm>
          <a:prstGeom prst="rect">
            <a:avLst/>
          </a:prstGeom>
          <a:noFill/>
        </p:spPr>
        <p:txBody>
          <a:bodyPr wrap="square" rtlCol="0">
            <a:spAutoFit/>
          </a:bodyPr>
          <a:lstStyle/>
          <a:p>
            <a:pPr algn="ctr"/>
            <a:r>
              <a:rPr lang="vi-VN" sz="2400"/>
              <a:t>Xây dựng cấu trúc và nội dung của trang web.</a:t>
            </a:r>
          </a:p>
        </p:txBody>
      </p:sp>
      <p:sp>
        <p:nvSpPr>
          <p:cNvPr id="40" name="TextBox 39">
            <a:extLst>
              <a:ext uri="{FF2B5EF4-FFF2-40B4-BE49-F238E27FC236}">
                <a16:creationId xmlns:a16="http://schemas.microsoft.com/office/drawing/2014/main" id="{8AC8433D-F9F0-949A-802A-213B5893CD86}"/>
              </a:ext>
            </a:extLst>
          </p:cNvPr>
          <p:cNvSpPr txBox="1"/>
          <p:nvPr/>
        </p:nvSpPr>
        <p:spPr>
          <a:xfrm>
            <a:off x="3369541" y="6136273"/>
            <a:ext cx="2269259" cy="1200329"/>
          </a:xfrm>
          <a:prstGeom prst="rect">
            <a:avLst/>
          </a:prstGeom>
          <a:noFill/>
        </p:spPr>
        <p:txBody>
          <a:bodyPr wrap="square" rtlCol="0">
            <a:spAutoFit/>
          </a:bodyPr>
          <a:lstStyle/>
          <a:p>
            <a:pPr algn="ctr"/>
            <a:r>
              <a:rPr lang="vi-VN" sz="2400"/>
              <a:t>Tạo kiểu dáng và bố cục cho trang web</a:t>
            </a:r>
          </a:p>
        </p:txBody>
      </p:sp>
      <p:sp>
        <p:nvSpPr>
          <p:cNvPr id="41" name="TextBox 40">
            <a:extLst>
              <a:ext uri="{FF2B5EF4-FFF2-40B4-BE49-F238E27FC236}">
                <a16:creationId xmlns:a16="http://schemas.microsoft.com/office/drawing/2014/main" id="{34CFAD37-020B-030E-6D48-3F705486F917}"/>
              </a:ext>
            </a:extLst>
          </p:cNvPr>
          <p:cNvSpPr txBox="1"/>
          <p:nvPr/>
        </p:nvSpPr>
        <p:spPr>
          <a:xfrm>
            <a:off x="6250921" y="6108143"/>
            <a:ext cx="2407439" cy="1569660"/>
          </a:xfrm>
          <a:prstGeom prst="rect">
            <a:avLst/>
          </a:prstGeom>
          <a:noFill/>
        </p:spPr>
        <p:txBody>
          <a:bodyPr wrap="square" rtlCol="0">
            <a:spAutoFit/>
          </a:bodyPr>
          <a:lstStyle/>
          <a:p>
            <a:pPr algn="ctr"/>
            <a:r>
              <a:rPr lang="vi-VN" sz="2400"/>
              <a:t>Thêm các tính năng động và tương tác trên trang web</a:t>
            </a:r>
          </a:p>
        </p:txBody>
      </p:sp>
      <p:sp>
        <p:nvSpPr>
          <p:cNvPr id="42" name="TextBox 41">
            <a:extLst>
              <a:ext uri="{FF2B5EF4-FFF2-40B4-BE49-F238E27FC236}">
                <a16:creationId xmlns:a16="http://schemas.microsoft.com/office/drawing/2014/main" id="{BD68D535-6787-D116-201E-E9E1BAD12D5B}"/>
              </a:ext>
            </a:extLst>
          </p:cNvPr>
          <p:cNvSpPr txBox="1"/>
          <p:nvPr/>
        </p:nvSpPr>
        <p:spPr>
          <a:xfrm>
            <a:off x="9144000" y="6210233"/>
            <a:ext cx="3124200" cy="1200329"/>
          </a:xfrm>
          <a:prstGeom prst="rect">
            <a:avLst/>
          </a:prstGeom>
          <a:noFill/>
        </p:spPr>
        <p:txBody>
          <a:bodyPr wrap="square" rtlCol="0">
            <a:spAutoFit/>
          </a:bodyPr>
          <a:lstStyle/>
          <a:p>
            <a:pPr algn="ctr"/>
            <a:r>
              <a:rPr lang="vi-VN" sz="2400"/>
              <a:t>Phần mềm giả lập môi trường phát triển web trên máy tính</a:t>
            </a:r>
          </a:p>
        </p:txBody>
      </p:sp>
      <p:sp>
        <p:nvSpPr>
          <p:cNvPr id="43" name="TextBox 42">
            <a:extLst>
              <a:ext uri="{FF2B5EF4-FFF2-40B4-BE49-F238E27FC236}">
                <a16:creationId xmlns:a16="http://schemas.microsoft.com/office/drawing/2014/main" id="{9CD0D45B-BA8D-A119-6604-3F7D9B731420}"/>
              </a:ext>
            </a:extLst>
          </p:cNvPr>
          <p:cNvSpPr txBox="1"/>
          <p:nvPr/>
        </p:nvSpPr>
        <p:spPr>
          <a:xfrm>
            <a:off x="12064540" y="6247491"/>
            <a:ext cx="3124200" cy="830997"/>
          </a:xfrm>
          <a:prstGeom prst="rect">
            <a:avLst/>
          </a:prstGeom>
          <a:noFill/>
        </p:spPr>
        <p:txBody>
          <a:bodyPr wrap="square" rtlCol="0">
            <a:spAutoFit/>
          </a:bodyPr>
          <a:lstStyle/>
          <a:p>
            <a:pPr algn="ctr"/>
            <a:r>
              <a:rPr lang="vi-VN" sz="2400"/>
              <a:t>Xử lý dữ liệu phía server</a:t>
            </a:r>
          </a:p>
        </p:txBody>
      </p:sp>
      <p:sp>
        <p:nvSpPr>
          <p:cNvPr id="44" name="TextBox 43">
            <a:extLst>
              <a:ext uri="{FF2B5EF4-FFF2-40B4-BE49-F238E27FC236}">
                <a16:creationId xmlns:a16="http://schemas.microsoft.com/office/drawing/2014/main" id="{4A786343-5445-D0E6-4AC1-C0930424107A}"/>
              </a:ext>
            </a:extLst>
          </p:cNvPr>
          <p:cNvSpPr txBox="1"/>
          <p:nvPr/>
        </p:nvSpPr>
        <p:spPr>
          <a:xfrm>
            <a:off x="15010919" y="6157122"/>
            <a:ext cx="3352800" cy="830997"/>
          </a:xfrm>
          <a:prstGeom prst="rect">
            <a:avLst/>
          </a:prstGeom>
          <a:noFill/>
        </p:spPr>
        <p:txBody>
          <a:bodyPr wrap="square" rtlCol="0">
            <a:spAutoFit/>
          </a:bodyPr>
          <a:lstStyle/>
          <a:p>
            <a:pPr algn="ctr"/>
            <a:r>
              <a:rPr lang="vi-VN" sz="2400"/>
              <a:t>Lưu trữ dữ liệu trong cơ sở dữ liệu</a:t>
            </a:r>
          </a:p>
        </p:txBody>
      </p:sp>
      <p:sp>
        <p:nvSpPr>
          <p:cNvPr id="4" name="Slide Number Placeholder 3">
            <a:extLst>
              <a:ext uri="{FF2B5EF4-FFF2-40B4-BE49-F238E27FC236}">
                <a16:creationId xmlns:a16="http://schemas.microsoft.com/office/drawing/2014/main" id="{7A3216EC-700D-F491-00F1-0BC0DA8FB1B0}"/>
              </a:ext>
            </a:extLst>
          </p:cNvPr>
          <p:cNvSpPr>
            <a:spLocks noGrp="1"/>
          </p:cNvSpPr>
          <p:nvPr>
            <p:ph type="sldNum" sz="quarter" idx="12"/>
          </p:nvPr>
        </p:nvSpPr>
        <p:spPr/>
        <p:txBody>
          <a:bodyPr/>
          <a:lstStyle/>
          <a:p>
            <a:fld id="{B6F15528-21DE-4FAA-801E-634DDDAF4B2B}" type="slidenum">
              <a:rPr lang="en-US" smtClean="0"/>
              <a:pPr/>
              <a:t>9</a:t>
            </a:fld>
            <a:endParaRPr lang="en-US" sz="2000"/>
          </a:p>
        </p:txBody>
      </p:sp>
    </p:spTree>
    <p:extLst>
      <p:ext uri="{BB962C8B-B14F-4D97-AF65-F5344CB8AC3E}">
        <p14:creationId xmlns:p14="http://schemas.microsoft.com/office/powerpoint/2010/main" val="1849559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41EEA-080E-9E48-6475-F6C22024FAF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235098A-45B7-F1C6-553B-03E98EF6A9E1}"/>
              </a:ext>
            </a:extLst>
          </p:cNvPr>
          <p:cNvSpPr txBox="1"/>
          <p:nvPr/>
        </p:nvSpPr>
        <p:spPr>
          <a:xfrm>
            <a:off x="1524000" y="4361320"/>
            <a:ext cx="13335000" cy="1090042"/>
          </a:xfrm>
          <a:prstGeom prst="rect">
            <a:avLst/>
          </a:prstGeom>
        </p:spPr>
        <p:txBody>
          <a:bodyPr wrap="square" lIns="0" tIns="0" rIns="0" bIns="0" rtlCol="0" anchor="t">
            <a:spAutoFit/>
          </a:bodyPr>
          <a:lstStyle/>
          <a:p>
            <a:pPr marL="0" lvl="0" indent="0" algn="l">
              <a:lnSpc>
                <a:spcPts val="8470"/>
              </a:lnSpc>
              <a:spcBef>
                <a:spcPct val="0"/>
              </a:spcBef>
            </a:pPr>
            <a:r>
              <a:rPr lang="en-US" sz="7700" b="1">
                <a:solidFill>
                  <a:srgbClr val="1836B2"/>
                </a:solidFill>
                <a:latin typeface="Arial" panose="020B0604020202020204" pitchFamily="34" charset="0"/>
                <a:ea typeface="Cabin Semi-Bold"/>
                <a:cs typeface="Arial" panose="020B0604020202020204" pitchFamily="34" charset="0"/>
                <a:sym typeface="Cabin Semi-Bold"/>
              </a:rPr>
              <a:t>3.Hiện thực hóa nghiên cứu</a:t>
            </a:r>
          </a:p>
        </p:txBody>
      </p:sp>
      <p:sp>
        <p:nvSpPr>
          <p:cNvPr id="11" name="Slide Number Placeholder 10">
            <a:extLst>
              <a:ext uri="{FF2B5EF4-FFF2-40B4-BE49-F238E27FC236}">
                <a16:creationId xmlns:a16="http://schemas.microsoft.com/office/drawing/2014/main" id="{B80873A2-8481-A3CA-B531-4753F5DB048A}"/>
              </a:ext>
            </a:extLst>
          </p:cNvPr>
          <p:cNvSpPr>
            <a:spLocks noGrp="1"/>
          </p:cNvSpPr>
          <p:nvPr>
            <p:ph type="sldNum" sz="quarter" idx="12"/>
          </p:nvPr>
        </p:nvSpPr>
        <p:spPr/>
        <p:txBody>
          <a:bodyPr/>
          <a:lstStyle/>
          <a:p>
            <a:fld id="{B6F15528-21DE-4FAA-801E-634DDDAF4B2B}" type="slidenum">
              <a:rPr lang="en-US" smtClean="0"/>
              <a:pPr/>
              <a:t>10</a:t>
            </a:fld>
            <a:endParaRPr lang="en-US" sz="2000"/>
          </a:p>
        </p:txBody>
      </p:sp>
      <p:sp>
        <p:nvSpPr>
          <p:cNvPr id="7" name="Freeform 4">
            <a:extLst>
              <a:ext uri="{FF2B5EF4-FFF2-40B4-BE49-F238E27FC236}">
                <a16:creationId xmlns:a16="http://schemas.microsoft.com/office/drawing/2014/main" id="{3FBE7ECD-039B-3AB0-6467-8D1D2322EE9F}"/>
              </a:ext>
            </a:extLst>
          </p:cNvPr>
          <p:cNvSpPr/>
          <p:nvPr/>
        </p:nvSpPr>
        <p:spPr>
          <a:xfrm rot="1841385" flipV="1">
            <a:off x="-2164306" y="8542308"/>
            <a:ext cx="7649283" cy="436748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vi-VN"/>
          </a:p>
        </p:txBody>
      </p:sp>
      <p:grpSp>
        <p:nvGrpSpPr>
          <p:cNvPr id="8" name="Group 3">
            <a:extLst>
              <a:ext uri="{FF2B5EF4-FFF2-40B4-BE49-F238E27FC236}">
                <a16:creationId xmlns:a16="http://schemas.microsoft.com/office/drawing/2014/main" id="{7B4E20E6-ABB1-1E57-8141-9EA5CC52C0C1}"/>
              </a:ext>
            </a:extLst>
          </p:cNvPr>
          <p:cNvGrpSpPr/>
          <p:nvPr/>
        </p:nvGrpSpPr>
        <p:grpSpPr>
          <a:xfrm>
            <a:off x="14020800" y="-1623261"/>
            <a:ext cx="9942364" cy="11050037"/>
            <a:chOff x="0" y="0"/>
            <a:chExt cx="13256485" cy="14733382"/>
          </a:xfrm>
        </p:grpSpPr>
        <p:sp>
          <p:nvSpPr>
            <p:cNvPr id="9" name="Freeform 4">
              <a:extLst>
                <a:ext uri="{FF2B5EF4-FFF2-40B4-BE49-F238E27FC236}">
                  <a16:creationId xmlns:a16="http://schemas.microsoft.com/office/drawing/2014/main" id="{3A742E75-1FC5-C54F-F1F5-37FE57F9349D}"/>
                </a:ext>
              </a:extLst>
            </p:cNvPr>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vi-VN"/>
            </a:p>
          </p:txBody>
        </p:sp>
        <p:grpSp>
          <p:nvGrpSpPr>
            <p:cNvPr id="10" name="Group 5">
              <a:extLst>
                <a:ext uri="{FF2B5EF4-FFF2-40B4-BE49-F238E27FC236}">
                  <a16:creationId xmlns:a16="http://schemas.microsoft.com/office/drawing/2014/main" id="{CE72365D-7FEB-7C0C-D4E6-A152BBAA707B}"/>
                </a:ext>
              </a:extLst>
            </p:cNvPr>
            <p:cNvGrpSpPr/>
            <p:nvPr/>
          </p:nvGrpSpPr>
          <p:grpSpPr>
            <a:xfrm rot="-10800000">
              <a:off x="2235200" y="2678891"/>
              <a:ext cx="11021285" cy="12054491"/>
              <a:chOff x="-53270" y="372112"/>
              <a:chExt cx="4911651" cy="5372100"/>
            </a:xfrm>
          </p:grpSpPr>
          <p:sp>
            <p:nvSpPr>
              <p:cNvPr id="12" name="Freeform 6">
                <a:extLst>
                  <a:ext uri="{FF2B5EF4-FFF2-40B4-BE49-F238E27FC236}">
                    <a16:creationId xmlns:a16="http://schemas.microsoft.com/office/drawing/2014/main" id="{EE41FC30-CE05-D71A-BB85-BF6922BE3DC9}"/>
                  </a:ext>
                </a:extLst>
              </p:cNvPr>
              <p:cNvSpPr/>
              <p:nvPr/>
            </p:nvSpPr>
            <p:spPr>
              <a:xfrm>
                <a:off x="-53270" y="372112"/>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spTree>
    <p:extLst>
      <p:ext uri="{BB962C8B-B14F-4D97-AF65-F5344CB8AC3E}">
        <p14:creationId xmlns:p14="http://schemas.microsoft.com/office/powerpoint/2010/main" val="3692503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D5E83-45B0-4719-4467-DCC02C8C190A}"/>
            </a:ext>
          </a:extLst>
        </p:cNvPr>
        <p:cNvGrpSpPr/>
        <p:nvPr/>
      </p:nvGrpSpPr>
      <p:grpSpPr>
        <a:xfrm>
          <a:off x="0" y="0"/>
          <a:ext cx="0" cy="0"/>
          <a:chOff x="0" y="0"/>
          <a:chExt cx="0" cy="0"/>
        </a:xfrm>
      </p:grpSpPr>
      <p:sp>
        <p:nvSpPr>
          <p:cNvPr id="27" name="TextBox 27">
            <a:extLst>
              <a:ext uri="{FF2B5EF4-FFF2-40B4-BE49-F238E27FC236}">
                <a16:creationId xmlns:a16="http://schemas.microsoft.com/office/drawing/2014/main" id="{5929CFA9-053E-CD37-D29D-7E3CFAF29264}"/>
              </a:ext>
            </a:extLst>
          </p:cNvPr>
          <p:cNvSpPr txBox="1"/>
          <p:nvPr/>
        </p:nvSpPr>
        <p:spPr>
          <a:xfrm>
            <a:off x="1447800" y="1333500"/>
            <a:ext cx="8378511" cy="1074653"/>
          </a:xfrm>
          <a:prstGeom prst="rect">
            <a:avLst/>
          </a:prstGeom>
        </p:spPr>
        <p:txBody>
          <a:bodyPr lIns="0" tIns="0" rIns="0" bIns="0" rtlCol="0" anchor="t">
            <a:spAutoFit/>
          </a:bodyPr>
          <a:lstStyle/>
          <a:p>
            <a:pPr marL="0" lvl="0" indent="0" algn="l">
              <a:lnSpc>
                <a:spcPts val="8717"/>
              </a:lnSpc>
              <a:spcBef>
                <a:spcPct val="0"/>
              </a:spcBef>
            </a:pPr>
            <a:r>
              <a:rPr lang="vi-VN" sz="7200" b="1" u="none">
                <a:solidFill>
                  <a:srgbClr val="1836B2"/>
                </a:solidFill>
                <a:latin typeface="+mj-lt"/>
                <a:ea typeface="Cabin Semi-Bold"/>
                <a:cs typeface="Cabin Semi-Bold"/>
                <a:sym typeface="Cabin Semi-Bold"/>
              </a:rPr>
              <a:t>Mô tả hệ thống</a:t>
            </a:r>
            <a:endParaRPr lang="en-US" sz="7200" b="1" u="none">
              <a:solidFill>
                <a:srgbClr val="1836B2"/>
              </a:solidFill>
              <a:latin typeface="+mj-lt"/>
              <a:ea typeface="Cabin Semi-Bold"/>
              <a:cs typeface="Cabin Semi-Bold"/>
              <a:sym typeface="Cabin Semi-Bold"/>
            </a:endParaRPr>
          </a:p>
        </p:txBody>
      </p:sp>
      <p:pic>
        <p:nvPicPr>
          <p:cNvPr id="3" name="Picture 2" descr="A group of people standing around a table with light bulbs above them&#10;&#10;Description automatically generated">
            <a:extLst>
              <a:ext uri="{FF2B5EF4-FFF2-40B4-BE49-F238E27FC236}">
                <a16:creationId xmlns:a16="http://schemas.microsoft.com/office/drawing/2014/main" id="{A04ABBC1-F6C3-C47C-3ED2-3C9F7517CD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01400" y="1733550"/>
            <a:ext cx="6902068" cy="6819900"/>
          </a:xfrm>
          <a:prstGeom prst="rect">
            <a:avLst/>
          </a:prstGeom>
        </p:spPr>
      </p:pic>
      <p:sp>
        <p:nvSpPr>
          <p:cNvPr id="4" name="TextBox 3">
            <a:extLst>
              <a:ext uri="{FF2B5EF4-FFF2-40B4-BE49-F238E27FC236}">
                <a16:creationId xmlns:a16="http://schemas.microsoft.com/office/drawing/2014/main" id="{76786F02-478A-8C4D-DA53-909D5EA07AEB}"/>
              </a:ext>
            </a:extLst>
          </p:cNvPr>
          <p:cNvSpPr txBox="1"/>
          <p:nvPr/>
        </p:nvSpPr>
        <p:spPr>
          <a:xfrm>
            <a:off x="1447800" y="3556801"/>
            <a:ext cx="8534400" cy="2677656"/>
          </a:xfrm>
          <a:prstGeom prst="rect">
            <a:avLst/>
          </a:prstGeom>
          <a:noFill/>
        </p:spPr>
        <p:txBody>
          <a:bodyPr wrap="square" rtlCol="0">
            <a:spAutoFit/>
          </a:bodyPr>
          <a:lstStyle/>
          <a:p>
            <a:pPr algn="just"/>
            <a:r>
              <a:rPr lang="vi-VN" sz="2400">
                <a:latin typeface="Arial" panose="020B0604020202020204" pitchFamily="34" charset="0"/>
                <a:cs typeface="Arial" panose="020B0604020202020204" pitchFamily="34" charset="0"/>
              </a:rPr>
              <a:t>Hệ thống được thiết kế để hỗ trợ việc quản lý và tra cứu tài liệu trong thư viện, giúp người dùng dễ dàng tìm kiếm sách, xem chi tiết thông tin tài liệu, theo dõi tình trạng mượn trả và quản lý danh mục sách cũng như thông tin người dùng. Hệ thống phân vai trò người dùng thành quản trị viên, thủ thư và sinh viên, mỗi vai trò có quyền hạn riêng phù hợp với chức năng của mình trong hệ thống</a:t>
            </a:r>
          </a:p>
        </p:txBody>
      </p:sp>
      <p:sp>
        <p:nvSpPr>
          <p:cNvPr id="2" name="AutoShape 7">
            <a:extLst>
              <a:ext uri="{FF2B5EF4-FFF2-40B4-BE49-F238E27FC236}">
                <a16:creationId xmlns:a16="http://schemas.microsoft.com/office/drawing/2014/main" id="{E242F1DD-C877-0B61-12D3-501EF8BBA45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6" name="Group 8">
            <a:extLst>
              <a:ext uri="{FF2B5EF4-FFF2-40B4-BE49-F238E27FC236}">
                <a16:creationId xmlns:a16="http://schemas.microsoft.com/office/drawing/2014/main" id="{3C34CC9F-EB0C-09AB-1CFA-B05A65F14AEA}"/>
              </a:ext>
            </a:extLst>
          </p:cNvPr>
          <p:cNvGrpSpPr/>
          <p:nvPr/>
        </p:nvGrpSpPr>
        <p:grpSpPr>
          <a:xfrm rot="-10800000">
            <a:off x="13632560" y="9258300"/>
            <a:ext cx="3194047" cy="4221147"/>
            <a:chOff x="0" y="0"/>
            <a:chExt cx="4064946" cy="5372100"/>
          </a:xfrm>
        </p:grpSpPr>
        <p:sp>
          <p:nvSpPr>
            <p:cNvPr id="12" name="Freeform 9">
              <a:extLst>
                <a:ext uri="{FF2B5EF4-FFF2-40B4-BE49-F238E27FC236}">
                  <a16:creationId xmlns:a16="http://schemas.microsoft.com/office/drawing/2014/main" id="{AE7B8B83-0E5C-E543-43AB-806C9AE90A71}"/>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3" name="Group 10">
            <a:extLst>
              <a:ext uri="{FF2B5EF4-FFF2-40B4-BE49-F238E27FC236}">
                <a16:creationId xmlns:a16="http://schemas.microsoft.com/office/drawing/2014/main" id="{0C905129-F271-BABA-DC5A-69C9766D49F6}"/>
              </a:ext>
            </a:extLst>
          </p:cNvPr>
          <p:cNvGrpSpPr/>
          <p:nvPr/>
        </p:nvGrpSpPr>
        <p:grpSpPr>
          <a:xfrm rot="-10800000">
            <a:off x="15154432" y="9258300"/>
            <a:ext cx="3194047" cy="4221147"/>
            <a:chOff x="0" y="0"/>
            <a:chExt cx="4064946" cy="5372100"/>
          </a:xfrm>
        </p:grpSpPr>
        <p:sp>
          <p:nvSpPr>
            <p:cNvPr id="14" name="Freeform 11">
              <a:extLst>
                <a:ext uri="{FF2B5EF4-FFF2-40B4-BE49-F238E27FC236}">
                  <a16:creationId xmlns:a16="http://schemas.microsoft.com/office/drawing/2014/main" id="{AB799211-EA69-A1E0-2A07-A5F724F95458}"/>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17" name="Slide Number Placeholder 16">
            <a:extLst>
              <a:ext uri="{FF2B5EF4-FFF2-40B4-BE49-F238E27FC236}">
                <a16:creationId xmlns:a16="http://schemas.microsoft.com/office/drawing/2014/main" id="{DC961644-88A9-1D9B-4EB0-57B41F03EF72}"/>
              </a:ext>
            </a:extLst>
          </p:cNvPr>
          <p:cNvSpPr>
            <a:spLocks noGrp="1"/>
          </p:cNvSpPr>
          <p:nvPr>
            <p:ph type="sldNum" sz="quarter" idx="12"/>
          </p:nvPr>
        </p:nvSpPr>
        <p:spPr/>
        <p:txBody>
          <a:bodyPr/>
          <a:lstStyle/>
          <a:p>
            <a:fld id="{B6F15528-21DE-4FAA-801E-634DDDAF4B2B}" type="slidenum">
              <a:rPr lang="en-US" smtClean="0"/>
              <a:pPr/>
              <a:t>11</a:t>
            </a:fld>
            <a:endParaRPr lang="en-US" sz="2000"/>
          </a:p>
        </p:txBody>
      </p:sp>
    </p:spTree>
    <p:extLst>
      <p:ext uri="{BB962C8B-B14F-4D97-AF65-F5344CB8AC3E}">
        <p14:creationId xmlns:p14="http://schemas.microsoft.com/office/powerpoint/2010/main" val="3541064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AC58F-3488-4EC9-1C37-782A9ADFE2E2}"/>
            </a:ext>
          </a:extLst>
        </p:cNvPr>
        <p:cNvGrpSpPr/>
        <p:nvPr/>
      </p:nvGrpSpPr>
      <p:grpSpPr>
        <a:xfrm>
          <a:off x="0" y="0"/>
          <a:ext cx="0" cy="0"/>
          <a:chOff x="0" y="0"/>
          <a:chExt cx="0" cy="0"/>
        </a:xfrm>
      </p:grpSpPr>
      <p:sp>
        <p:nvSpPr>
          <p:cNvPr id="27" name="TextBox 27">
            <a:extLst>
              <a:ext uri="{FF2B5EF4-FFF2-40B4-BE49-F238E27FC236}">
                <a16:creationId xmlns:a16="http://schemas.microsoft.com/office/drawing/2014/main" id="{75DC7B33-3238-B209-5AD2-20939B7B67D4}"/>
              </a:ext>
            </a:extLst>
          </p:cNvPr>
          <p:cNvSpPr txBox="1"/>
          <p:nvPr/>
        </p:nvSpPr>
        <p:spPr>
          <a:xfrm>
            <a:off x="1432560" y="984902"/>
            <a:ext cx="12816840" cy="1115690"/>
          </a:xfrm>
          <a:prstGeom prst="rect">
            <a:avLst/>
          </a:prstGeom>
        </p:spPr>
        <p:txBody>
          <a:bodyPr wrap="square" lIns="0" tIns="0" rIns="0" bIns="0" rtlCol="0" anchor="t">
            <a:spAutoFit/>
          </a:bodyPr>
          <a:lstStyle/>
          <a:p>
            <a:pPr marL="0" lvl="0" indent="0" algn="l">
              <a:lnSpc>
                <a:spcPts val="8717"/>
              </a:lnSpc>
              <a:spcBef>
                <a:spcPct val="0"/>
              </a:spcBef>
            </a:pPr>
            <a:r>
              <a:rPr lang="vi-VN" sz="7200" b="1" u="none">
                <a:solidFill>
                  <a:srgbClr val="1836B2"/>
                </a:solidFill>
                <a:latin typeface="+mj-lt"/>
                <a:ea typeface="Cabin Semi-Bold"/>
                <a:cs typeface="Cabin Semi-Bold"/>
                <a:sym typeface="Cabin Semi-Bold"/>
              </a:rPr>
              <a:t>Giao diện người dùng (frontend) </a:t>
            </a:r>
            <a:endParaRPr lang="en-US" sz="72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id="{D0693A78-D47A-6FE8-A83E-50B51F4592DB}"/>
              </a:ext>
            </a:extLst>
          </p:cNvPr>
          <p:cNvSpPr txBox="1"/>
          <p:nvPr/>
        </p:nvSpPr>
        <p:spPr>
          <a:xfrm>
            <a:off x="1432560" y="3213456"/>
            <a:ext cx="8534400" cy="3416320"/>
          </a:xfrm>
          <a:prstGeom prst="rect">
            <a:avLst/>
          </a:prstGeom>
          <a:noFill/>
        </p:spPr>
        <p:txBody>
          <a:bodyPr wrap="square" rtlCol="0">
            <a:spAutoFit/>
          </a:bodyPr>
          <a:lstStyle/>
          <a:p>
            <a:pPr algn="just"/>
            <a:r>
              <a:rPr lang="vi-VN" sz="2400"/>
              <a:t>Tầng giao diện người dùng chịu trách nhiệm hiển thị nội dung và tương tác với người dùng bằng cách sử dụng HTML, CSS và JavaScrirpt. </a:t>
            </a:r>
          </a:p>
          <a:p>
            <a:pPr algn="just"/>
            <a:endParaRPr lang="vi-VN" sz="2400"/>
          </a:p>
          <a:p>
            <a:pPr algn="just"/>
            <a:r>
              <a:rPr lang="vi-VN" sz="2400"/>
              <a:t>Chức năng chính: Cung cấp giao diện trực quan để người dùng tra cứu và duyệt qua các sách, tài liệu trong thư viện. Bao gồm danh mục sách, bộ lọc tìm kiếm, và các trang chi tiết hiển thị đầy đủ thông tin như bìa sách, tác giả, năm xuất bản, số lượng và mô tả nội dung</a:t>
            </a:r>
          </a:p>
        </p:txBody>
      </p:sp>
      <p:sp>
        <p:nvSpPr>
          <p:cNvPr id="2" name="AutoShape 7">
            <a:extLst>
              <a:ext uri="{FF2B5EF4-FFF2-40B4-BE49-F238E27FC236}">
                <a16:creationId xmlns:a16="http://schemas.microsoft.com/office/drawing/2014/main" id="{A1B3F1B4-145F-0E2A-02A7-3823DDD32B1C}"/>
              </a:ext>
            </a:extLst>
          </p:cNvPr>
          <p:cNvSpPr/>
          <p:nvPr/>
        </p:nvSpPr>
        <p:spPr>
          <a:xfrm>
            <a:off x="0" y="9986435"/>
            <a:ext cx="16445731" cy="791631"/>
          </a:xfrm>
          <a:prstGeom prst="rect">
            <a:avLst/>
          </a:prstGeom>
          <a:solidFill>
            <a:srgbClr val="1836B2"/>
          </a:solidFill>
        </p:spPr>
        <p:txBody>
          <a:bodyPr/>
          <a:lstStyle/>
          <a:p>
            <a:endParaRPr lang="vi-VN"/>
          </a:p>
        </p:txBody>
      </p:sp>
      <p:grpSp>
        <p:nvGrpSpPr>
          <p:cNvPr id="3" name="Group 8">
            <a:extLst>
              <a:ext uri="{FF2B5EF4-FFF2-40B4-BE49-F238E27FC236}">
                <a16:creationId xmlns:a16="http://schemas.microsoft.com/office/drawing/2014/main" id="{0CC05A4A-E2EB-38A4-ED0F-50BB14CB357C}"/>
              </a:ext>
            </a:extLst>
          </p:cNvPr>
          <p:cNvGrpSpPr/>
          <p:nvPr/>
        </p:nvGrpSpPr>
        <p:grpSpPr>
          <a:xfrm rot="-10800000">
            <a:off x="13632560" y="9258300"/>
            <a:ext cx="3194047" cy="4221147"/>
            <a:chOff x="0" y="0"/>
            <a:chExt cx="4064946" cy="5372100"/>
          </a:xfrm>
        </p:grpSpPr>
        <p:sp>
          <p:nvSpPr>
            <p:cNvPr id="12" name="Freeform 9">
              <a:extLst>
                <a:ext uri="{FF2B5EF4-FFF2-40B4-BE49-F238E27FC236}">
                  <a16:creationId xmlns:a16="http://schemas.microsoft.com/office/drawing/2014/main" id="{7BFC23F7-62E7-A66E-03D7-2ACF4E67F3A0}"/>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3" name="Group 10">
            <a:extLst>
              <a:ext uri="{FF2B5EF4-FFF2-40B4-BE49-F238E27FC236}">
                <a16:creationId xmlns:a16="http://schemas.microsoft.com/office/drawing/2014/main" id="{9C10681D-DFC4-1A89-0E0B-6BFDD0B28605}"/>
              </a:ext>
            </a:extLst>
          </p:cNvPr>
          <p:cNvGrpSpPr/>
          <p:nvPr/>
        </p:nvGrpSpPr>
        <p:grpSpPr>
          <a:xfrm rot="-10800000">
            <a:off x="15154432" y="9258300"/>
            <a:ext cx="3194047" cy="4221147"/>
            <a:chOff x="0" y="0"/>
            <a:chExt cx="4064946" cy="5372100"/>
          </a:xfrm>
        </p:grpSpPr>
        <p:sp>
          <p:nvSpPr>
            <p:cNvPr id="14" name="Freeform 11">
              <a:extLst>
                <a:ext uri="{FF2B5EF4-FFF2-40B4-BE49-F238E27FC236}">
                  <a16:creationId xmlns:a16="http://schemas.microsoft.com/office/drawing/2014/main" id="{27CB2E51-D95F-5471-1819-25B56F95E33B}"/>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17" name="Slide Number Placeholder 16">
            <a:extLst>
              <a:ext uri="{FF2B5EF4-FFF2-40B4-BE49-F238E27FC236}">
                <a16:creationId xmlns:a16="http://schemas.microsoft.com/office/drawing/2014/main" id="{ACE18E40-7B22-E40E-1632-65815B4E048A}"/>
              </a:ext>
            </a:extLst>
          </p:cNvPr>
          <p:cNvSpPr>
            <a:spLocks noGrp="1"/>
          </p:cNvSpPr>
          <p:nvPr>
            <p:ph type="sldNum" sz="quarter" idx="12"/>
          </p:nvPr>
        </p:nvSpPr>
        <p:spPr/>
        <p:txBody>
          <a:bodyPr/>
          <a:lstStyle/>
          <a:p>
            <a:fld id="{B6F15528-21DE-4FAA-801E-634DDDAF4B2B}" type="slidenum">
              <a:rPr lang="en-US" smtClean="0"/>
              <a:pPr/>
              <a:t>12</a:t>
            </a:fld>
            <a:endParaRPr lang="en-US" sz="2000"/>
          </a:p>
        </p:txBody>
      </p:sp>
      <p:pic>
        <p:nvPicPr>
          <p:cNvPr id="19" name="Picture 18" descr="A blue and white computer screen&#10;&#10;AI-generated content may be incorrect.">
            <a:extLst>
              <a:ext uri="{FF2B5EF4-FFF2-40B4-BE49-F238E27FC236}">
                <a16:creationId xmlns:a16="http://schemas.microsoft.com/office/drawing/2014/main" id="{D1EE7E35-EB67-783D-1FC9-5BD1756515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5440" y="2443500"/>
            <a:ext cx="5400000" cy="5400000"/>
          </a:xfrm>
          <a:prstGeom prst="rect">
            <a:avLst/>
          </a:prstGeom>
        </p:spPr>
      </p:pic>
    </p:spTree>
    <p:extLst>
      <p:ext uri="{BB962C8B-B14F-4D97-AF65-F5344CB8AC3E}">
        <p14:creationId xmlns:p14="http://schemas.microsoft.com/office/powerpoint/2010/main" val="1890192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6AA71-213E-6B7B-9669-46052AFCF50A}"/>
            </a:ext>
          </a:extLst>
        </p:cNvPr>
        <p:cNvGrpSpPr/>
        <p:nvPr/>
      </p:nvGrpSpPr>
      <p:grpSpPr>
        <a:xfrm>
          <a:off x="0" y="0"/>
          <a:ext cx="0" cy="0"/>
          <a:chOff x="0" y="0"/>
          <a:chExt cx="0" cy="0"/>
        </a:xfrm>
      </p:grpSpPr>
      <p:sp>
        <p:nvSpPr>
          <p:cNvPr id="27" name="TextBox 27">
            <a:extLst>
              <a:ext uri="{FF2B5EF4-FFF2-40B4-BE49-F238E27FC236}">
                <a16:creationId xmlns:a16="http://schemas.microsoft.com/office/drawing/2014/main" id="{49EE7BD8-F96E-BAB9-8D11-FFC5B9C949EC}"/>
              </a:ext>
            </a:extLst>
          </p:cNvPr>
          <p:cNvSpPr txBox="1"/>
          <p:nvPr/>
        </p:nvSpPr>
        <p:spPr>
          <a:xfrm>
            <a:off x="1432560" y="1000142"/>
            <a:ext cx="9083040" cy="1115690"/>
          </a:xfrm>
          <a:prstGeom prst="rect">
            <a:avLst/>
          </a:prstGeom>
        </p:spPr>
        <p:txBody>
          <a:bodyPr wrap="square" lIns="0" tIns="0" rIns="0" bIns="0" rtlCol="0" anchor="t">
            <a:spAutoFit/>
          </a:bodyPr>
          <a:lstStyle/>
          <a:p>
            <a:pPr marL="0" lvl="0" indent="0" algn="l">
              <a:lnSpc>
                <a:spcPts val="8717"/>
              </a:lnSpc>
              <a:spcBef>
                <a:spcPct val="0"/>
              </a:spcBef>
            </a:pPr>
            <a:r>
              <a:rPr lang="vi-VN" sz="7200" b="1" u="none">
                <a:solidFill>
                  <a:srgbClr val="1836B2"/>
                </a:solidFill>
                <a:latin typeface="+mj-lt"/>
                <a:ea typeface="Cabin Semi-Bold"/>
                <a:cs typeface="Cabin Semi-Bold"/>
                <a:sym typeface="Cabin Semi-Bold"/>
              </a:rPr>
              <a:t>Xử lý tác vụ (Backend) </a:t>
            </a:r>
            <a:endParaRPr lang="en-US" sz="72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id="{5AE70006-0D72-4532-99A5-19CA8A2CC146}"/>
              </a:ext>
            </a:extLst>
          </p:cNvPr>
          <p:cNvSpPr txBox="1"/>
          <p:nvPr/>
        </p:nvSpPr>
        <p:spPr>
          <a:xfrm>
            <a:off x="1432560" y="2628900"/>
            <a:ext cx="9083040" cy="4893647"/>
          </a:xfrm>
          <a:prstGeom prst="rect">
            <a:avLst/>
          </a:prstGeom>
          <a:noFill/>
        </p:spPr>
        <p:txBody>
          <a:bodyPr wrap="square" rtlCol="0">
            <a:spAutoFit/>
          </a:bodyPr>
          <a:lstStyle/>
          <a:p>
            <a:pPr algn="just"/>
            <a:r>
              <a:rPr lang="vi-VN" sz="2400"/>
              <a:t>Tầng này chịu trách nhiệm xử lý logic nghiệp vụ của website bằng cách sử dụng PHP để truy vấn dữ liệu được lưu trong MySQL, chức năng sẽ được xử lý dựa theo vai trò người dùng:</a:t>
            </a:r>
          </a:p>
          <a:p>
            <a:pPr algn="just"/>
            <a:endParaRPr lang="vi-VN" sz="2400"/>
          </a:p>
          <a:p>
            <a:pPr algn="just"/>
            <a:r>
              <a:rPr lang="vi-VN" sz="2400" b="1"/>
              <a:t>Sinh viên</a:t>
            </a:r>
            <a:r>
              <a:rPr lang="vi-VN" sz="2400"/>
              <a:t>: Xử lý các yêu cầu tra cứu sách, mượn/trả sách, xem lịch sử mượn trả, quản lý thông tin cá nhân và nhận thông báo từ thư viện.</a:t>
            </a:r>
          </a:p>
          <a:p>
            <a:pPr algn="just"/>
            <a:endParaRPr lang="vi-VN" sz="2400"/>
          </a:p>
          <a:p>
            <a:pPr algn="just"/>
            <a:r>
              <a:rPr lang="vi-VN" sz="2400" b="1"/>
              <a:t>Thủ thư</a:t>
            </a:r>
            <a:r>
              <a:rPr lang="vi-VN" sz="2400"/>
              <a:t>: Quản lý sách (thêm, sửa, xóa), quản lý danh mục, xử lý các phiếu mượn/trả, gửi thông báo đến sinh viên.</a:t>
            </a:r>
          </a:p>
          <a:p>
            <a:pPr algn="just"/>
            <a:endParaRPr lang="vi-VN" sz="2400"/>
          </a:p>
          <a:p>
            <a:pPr algn="just"/>
            <a:r>
              <a:rPr lang="vi-VN" sz="2400" b="1"/>
              <a:t>Quản trị viên</a:t>
            </a:r>
            <a:r>
              <a:rPr lang="vi-VN" sz="2400"/>
              <a:t>: Quản lý toàn bộ hệ thống, phân quyền người dùng, xem báo cáo tổng quan và gửi thông báo đến thủ thư</a:t>
            </a:r>
          </a:p>
        </p:txBody>
      </p:sp>
      <p:sp>
        <p:nvSpPr>
          <p:cNvPr id="2" name="AutoShape 7">
            <a:extLst>
              <a:ext uri="{FF2B5EF4-FFF2-40B4-BE49-F238E27FC236}">
                <a16:creationId xmlns:a16="http://schemas.microsoft.com/office/drawing/2014/main" id="{16E463C2-74D1-A70D-0F8E-7D6884829702}"/>
              </a:ext>
            </a:extLst>
          </p:cNvPr>
          <p:cNvSpPr/>
          <p:nvPr/>
        </p:nvSpPr>
        <p:spPr>
          <a:xfrm>
            <a:off x="0" y="9986435"/>
            <a:ext cx="16445731" cy="791631"/>
          </a:xfrm>
          <a:prstGeom prst="rect">
            <a:avLst/>
          </a:prstGeom>
          <a:solidFill>
            <a:srgbClr val="1836B2"/>
          </a:solidFill>
        </p:spPr>
        <p:txBody>
          <a:bodyPr/>
          <a:lstStyle/>
          <a:p>
            <a:endParaRPr lang="vi-VN"/>
          </a:p>
        </p:txBody>
      </p:sp>
      <p:grpSp>
        <p:nvGrpSpPr>
          <p:cNvPr id="3" name="Group 8">
            <a:extLst>
              <a:ext uri="{FF2B5EF4-FFF2-40B4-BE49-F238E27FC236}">
                <a16:creationId xmlns:a16="http://schemas.microsoft.com/office/drawing/2014/main" id="{1EE46EEE-322E-8A7B-4ACB-019E19B9D213}"/>
              </a:ext>
            </a:extLst>
          </p:cNvPr>
          <p:cNvGrpSpPr/>
          <p:nvPr/>
        </p:nvGrpSpPr>
        <p:grpSpPr>
          <a:xfrm rot="-10800000">
            <a:off x="13632560" y="9258300"/>
            <a:ext cx="3194047" cy="4221147"/>
            <a:chOff x="0" y="0"/>
            <a:chExt cx="4064946" cy="5372100"/>
          </a:xfrm>
        </p:grpSpPr>
        <p:sp>
          <p:nvSpPr>
            <p:cNvPr id="12" name="Freeform 9">
              <a:extLst>
                <a:ext uri="{FF2B5EF4-FFF2-40B4-BE49-F238E27FC236}">
                  <a16:creationId xmlns:a16="http://schemas.microsoft.com/office/drawing/2014/main" id="{9A042F3E-FED1-04F1-B877-DA91E4FE4983}"/>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3" name="Group 10">
            <a:extLst>
              <a:ext uri="{FF2B5EF4-FFF2-40B4-BE49-F238E27FC236}">
                <a16:creationId xmlns:a16="http://schemas.microsoft.com/office/drawing/2014/main" id="{7634C678-47F1-A212-9428-36FE7EFA36E0}"/>
              </a:ext>
            </a:extLst>
          </p:cNvPr>
          <p:cNvGrpSpPr/>
          <p:nvPr/>
        </p:nvGrpSpPr>
        <p:grpSpPr>
          <a:xfrm rot="-10800000">
            <a:off x="15154432" y="9258300"/>
            <a:ext cx="3194047" cy="4221147"/>
            <a:chOff x="0" y="0"/>
            <a:chExt cx="4064946" cy="5372100"/>
          </a:xfrm>
        </p:grpSpPr>
        <p:sp>
          <p:nvSpPr>
            <p:cNvPr id="14" name="Freeform 11">
              <a:extLst>
                <a:ext uri="{FF2B5EF4-FFF2-40B4-BE49-F238E27FC236}">
                  <a16:creationId xmlns:a16="http://schemas.microsoft.com/office/drawing/2014/main" id="{8FEE48C6-0E00-6ABC-9324-032D2298D4D5}"/>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17" name="Slide Number Placeholder 16">
            <a:extLst>
              <a:ext uri="{FF2B5EF4-FFF2-40B4-BE49-F238E27FC236}">
                <a16:creationId xmlns:a16="http://schemas.microsoft.com/office/drawing/2014/main" id="{2175307B-FACD-3752-C122-CB1C0082D278}"/>
              </a:ext>
            </a:extLst>
          </p:cNvPr>
          <p:cNvSpPr>
            <a:spLocks noGrp="1"/>
          </p:cNvSpPr>
          <p:nvPr>
            <p:ph type="sldNum" sz="quarter" idx="12"/>
          </p:nvPr>
        </p:nvSpPr>
        <p:spPr/>
        <p:txBody>
          <a:bodyPr/>
          <a:lstStyle/>
          <a:p>
            <a:fld id="{B6F15528-21DE-4FAA-801E-634DDDAF4B2B}" type="slidenum">
              <a:rPr lang="en-US" smtClean="0"/>
              <a:pPr/>
              <a:t>13</a:t>
            </a:fld>
            <a:endParaRPr lang="en-US" sz="2000"/>
          </a:p>
        </p:txBody>
      </p:sp>
      <p:pic>
        <p:nvPicPr>
          <p:cNvPr id="6" name="Picture 5" descr="A computer with a gear and text&#10;&#10;AI-generated content may be incorrect.">
            <a:extLst>
              <a:ext uri="{FF2B5EF4-FFF2-40B4-BE49-F238E27FC236}">
                <a16:creationId xmlns:a16="http://schemas.microsoft.com/office/drawing/2014/main" id="{F5A25DEC-35E6-17B7-FEF4-BE890CF095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63400" y="2421103"/>
            <a:ext cx="5400000" cy="5400000"/>
          </a:xfrm>
          <a:prstGeom prst="rect">
            <a:avLst/>
          </a:prstGeom>
        </p:spPr>
      </p:pic>
    </p:spTree>
    <p:extLst>
      <p:ext uri="{BB962C8B-B14F-4D97-AF65-F5344CB8AC3E}">
        <p14:creationId xmlns:p14="http://schemas.microsoft.com/office/powerpoint/2010/main" val="2976239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241F8-A13F-A78D-3A26-380259030D0A}"/>
            </a:ext>
          </a:extLst>
        </p:cNvPr>
        <p:cNvGrpSpPr/>
        <p:nvPr/>
      </p:nvGrpSpPr>
      <p:grpSpPr>
        <a:xfrm>
          <a:off x="0" y="0"/>
          <a:ext cx="0" cy="0"/>
          <a:chOff x="0" y="0"/>
          <a:chExt cx="0" cy="0"/>
        </a:xfrm>
      </p:grpSpPr>
      <p:sp>
        <p:nvSpPr>
          <p:cNvPr id="27" name="TextBox 27">
            <a:extLst>
              <a:ext uri="{FF2B5EF4-FFF2-40B4-BE49-F238E27FC236}">
                <a16:creationId xmlns:a16="http://schemas.microsoft.com/office/drawing/2014/main" id="{40D45159-5B34-C0FC-4314-137A1B6491FF}"/>
              </a:ext>
            </a:extLst>
          </p:cNvPr>
          <p:cNvSpPr txBox="1"/>
          <p:nvPr/>
        </p:nvSpPr>
        <p:spPr>
          <a:xfrm>
            <a:off x="1432560" y="1000142"/>
            <a:ext cx="9692640" cy="1074653"/>
          </a:xfrm>
          <a:prstGeom prst="rect">
            <a:avLst/>
          </a:prstGeom>
        </p:spPr>
        <p:txBody>
          <a:bodyPr wrap="square" lIns="0" tIns="0" rIns="0" bIns="0" rtlCol="0" anchor="t">
            <a:spAutoFit/>
          </a:bodyPr>
          <a:lstStyle/>
          <a:p>
            <a:pPr marL="0" lvl="0" indent="0" algn="l">
              <a:lnSpc>
                <a:spcPts val="8717"/>
              </a:lnSpc>
              <a:spcBef>
                <a:spcPct val="0"/>
              </a:spcBef>
            </a:pPr>
            <a:r>
              <a:rPr lang="vi-VN" sz="7200" b="1">
                <a:solidFill>
                  <a:srgbClr val="1836B2"/>
                </a:solidFill>
                <a:latin typeface="+mj-lt"/>
                <a:ea typeface="Cabin Semi-Bold"/>
                <a:cs typeface="Cabin Semi-Bold"/>
                <a:sym typeface="Cabin Semi-Bold"/>
              </a:rPr>
              <a:t>Cơ sở dữ liệu (Database)</a:t>
            </a:r>
            <a:endParaRPr lang="en-US" sz="72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id="{868B7CB6-54FE-9B8D-42AB-639A2631747E}"/>
              </a:ext>
            </a:extLst>
          </p:cNvPr>
          <p:cNvSpPr txBox="1"/>
          <p:nvPr/>
        </p:nvSpPr>
        <p:spPr>
          <a:xfrm>
            <a:off x="1447800" y="3952504"/>
            <a:ext cx="9083040" cy="2308324"/>
          </a:xfrm>
          <a:prstGeom prst="rect">
            <a:avLst/>
          </a:prstGeom>
          <a:noFill/>
        </p:spPr>
        <p:txBody>
          <a:bodyPr wrap="square" rtlCol="0">
            <a:spAutoFit/>
          </a:bodyPr>
          <a:lstStyle/>
          <a:p>
            <a:pPr algn="just"/>
            <a:r>
              <a:rPr lang="vi-VN" sz="2400"/>
              <a:t>Chịu trách nhiệm lưu trữ và quản lý dữ liệu của ứng dụng bằng MySQL.</a:t>
            </a:r>
          </a:p>
          <a:p>
            <a:pPr algn="just"/>
            <a:endParaRPr lang="vi-VN" sz="2400"/>
          </a:p>
          <a:p>
            <a:pPr algn="just"/>
            <a:r>
              <a:rPr lang="vi-VN" sz="2400"/>
              <a:t>Chức năng chính: lưu trữ và quản lý dữ liệu bằng MySQL, bao gồm thông tin sách, danh mục, người dùng (sinh viên, thủ thư, quản trị viên), phiếu mượn/trả và lịch sử mượn</a:t>
            </a:r>
          </a:p>
        </p:txBody>
      </p:sp>
      <p:sp>
        <p:nvSpPr>
          <p:cNvPr id="2" name="AutoShape 7">
            <a:extLst>
              <a:ext uri="{FF2B5EF4-FFF2-40B4-BE49-F238E27FC236}">
                <a16:creationId xmlns:a16="http://schemas.microsoft.com/office/drawing/2014/main" id="{642B1C35-3AA2-BE24-D632-5A708BFABAEA}"/>
              </a:ext>
            </a:extLst>
          </p:cNvPr>
          <p:cNvSpPr/>
          <p:nvPr/>
        </p:nvSpPr>
        <p:spPr>
          <a:xfrm>
            <a:off x="0" y="9986435"/>
            <a:ext cx="16445731" cy="791631"/>
          </a:xfrm>
          <a:prstGeom prst="rect">
            <a:avLst/>
          </a:prstGeom>
          <a:solidFill>
            <a:srgbClr val="1836B2"/>
          </a:solidFill>
        </p:spPr>
        <p:txBody>
          <a:bodyPr/>
          <a:lstStyle/>
          <a:p>
            <a:endParaRPr lang="vi-VN"/>
          </a:p>
        </p:txBody>
      </p:sp>
      <p:grpSp>
        <p:nvGrpSpPr>
          <p:cNvPr id="3" name="Group 8">
            <a:extLst>
              <a:ext uri="{FF2B5EF4-FFF2-40B4-BE49-F238E27FC236}">
                <a16:creationId xmlns:a16="http://schemas.microsoft.com/office/drawing/2014/main" id="{93AD95D4-AEBE-F13D-25D3-94AFD1057658}"/>
              </a:ext>
            </a:extLst>
          </p:cNvPr>
          <p:cNvGrpSpPr/>
          <p:nvPr/>
        </p:nvGrpSpPr>
        <p:grpSpPr>
          <a:xfrm rot="-10800000">
            <a:off x="13632560" y="9258300"/>
            <a:ext cx="3194047" cy="4221147"/>
            <a:chOff x="0" y="0"/>
            <a:chExt cx="4064946" cy="5372100"/>
          </a:xfrm>
        </p:grpSpPr>
        <p:sp>
          <p:nvSpPr>
            <p:cNvPr id="12" name="Freeform 9">
              <a:extLst>
                <a:ext uri="{FF2B5EF4-FFF2-40B4-BE49-F238E27FC236}">
                  <a16:creationId xmlns:a16="http://schemas.microsoft.com/office/drawing/2014/main" id="{9DC061D6-8FD5-6C1E-B4ED-4916AAC59038}"/>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3" name="Group 10">
            <a:extLst>
              <a:ext uri="{FF2B5EF4-FFF2-40B4-BE49-F238E27FC236}">
                <a16:creationId xmlns:a16="http://schemas.microsoft.com/office/drawing/2014/main" id="{362B0ADA-A159-77DA-9656-3F59E9A7210E}"/>
              </a:ext>
            </a:extLst>
          </p:cNvPr>
          <p:cNvGrpSpPr/>
          <p:nvPr/>
        </p:nvGrpSpPr>
        <p:grpSpPr>
          <a:xfrm rot="-10800000">
            <a:off x="15154432" y="9258300"/>
            <a:ext cx="3194047" cy="4221147"/>
            <a:chOff x="0" y="0"/>
            <a:chExt cx="4064946" cy="5372100"/>
          </a:xfrm>
        </p:grpSpPr>
        <p:sp>
          <p:nvSpPr>
            <p:cNvPr id="14" name="Freeform 11">
              <a:extLst>
                <a:ext uri="{FF2B5EF4-FFF2-40B4-BE49-F238E27FC236}">
                  <a16:creationId xmlns:a16="http://schemas.microsoft.com/office/drawing/2014/main" id="{B89D1421-437D-C5D1-19E9-27A3AFDB2362}"/>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17" name="Slide Number Placeholder 16">
            <a:extLst>
              <a:ext uri="{FF2B5EF4-FFF2-40B4-BE49-F238E27FC236}">
                <a16:creationId xmlns:a16="http://schemas.microsoft.com/office/drawing/2014/main" id="{32B4F6C5-8E9B-3588-6F4B-29D50CAA4592}"/>
              </a:ext>
            </a:extLst>
          </p:cNvPr>
          <p:cNvSpPr>
            <a:spLocks noGrp="1"/>
          </p:cNvSpPr>
          <p:nvPr>
            <p:ph type="sldNum" sz="quarter" idx="12"/>
          </p:nvPr>
        </p:nvSpPr>
        <p:spPr/>
        <p:txBody>
          <a:bodyPr/>
          <a:lstStyle/>
          <a:p>
            <a:fld id="{B6F15528-21DE-4FAA-801E-634DDDAF4B2B}" type="slidenum">
              <a:rPr lang="en-US" smtClean="0"/>
              <a:pPr/>
              <a:t>14</a:t>
            </a:fld>
            <a:endParaRPr lang="en-US" sz="2000"/>
          </a:p>
        </p:txBody>
      </p:sp>
      <p:pic>
        <p:nvPicPr>
          <p:cNvPr id="7" name="Picture 6" descr="A blue and green cylinder with white circles&#10;&#10;AI-generated content may be incorrect.">
            <a:extLst>
              <a:ext uri="{FF2B5EF4-FFF2-40B4-BE49-F238E27FC236}">
                <a16:creationId xmlns:a16="http://schemas.microsoft.com/office/drawing/2014/main" id="{A75A6E6A-E0F5-E46C-980D-DB113B0B88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43494" y="2667926"/>
            <a:ext cx="4877481" cy="4877481"/>
          </a:xfrm>
          <a:prstGeom prst="rect">
            <a:avLst/>
          </a:prstGeom>
        </p:spPr>
      </p:pic>
    </p:spTree>
    <p:extLst>
      <p:ext uri="{BB962C8B-B14F-4D97-AF65-F5344CB8AC3E}">
        <p14:creationId xmlns:p14="http://schemas.microsoft.com/office/powerpoint/2010/main" val="1170381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305738" y="2833829"/>
            <a:ext cx="9448800" cy="4619341"/>
          </a:xfrm>
          <a:prstGeom prst="rect">
            <a:avLst/>
          </a:prstGeom>
        </p:spPr>
        <p:txBody>
          <a:bodyPr wrap="square" lIns="0" tIns="0" rIns="0" bIns="0" rtlCol="0" anchor="t">
            <a:spAutoFit/>
          </a:bodyPr>
          <a:lstStyle/>
          <a:p>
            <a:pPr algn="just">
              <a:lnSpc>
                <a:spcPts val="3255"/>
              </a:lnSpc>
              <a:spcBef>
                <a:spcPct val="0"/>
              </a:spcBef>
            </a:pPr>
            <a:r>
              <a:rPr lang="vi-VN" sz="2400"/>
              <a:t>Hệ thống cơ sở dữ liệu được xây dựng với mô hình chuẩn hóa, bao gồm các bảng chính:</a:t>
            </a:r>
          </a:p>
          <a:p>
            <a:pPr marL="457200" indent="-457200" algn="just">
              <a:lnSpc>
                <a:spcPts val="3255"/>
              </a:lnSpc>
              <a:spcBef>
                <a:spcPct val="0"/>
              </a:spcBef>
              <a:buFont typeface="+mj-lt"/>
              <a:buAutoNum type="arabicPeriod"/>
            </a:pPr>
            <a:r>
              <a:rPr lang="vi-VN" sz="2400" b="1"/>
              <a:t>Books</a:t>
            </a:r>
            <a:r>
              <a:rPr lang="vi-VN" sz="2400"/>
              <a:t>: Bảng lưu trữ thông tin chi tiết của từng quyển sách.</a:t>
            </a:r>
          </a:p>
          <a:p>
            <a:pPr marL="457200" indent="-457200" algn="just">
              <a:lnSpc>
                <a:spcPts val="3255"/>
              </a:lnSpc>
              <a:spcBef>
                <a:spcPct val="0"/>
              </a:spcBef>
              <a:buFont typeface="+mj-lt"/>
              <a:buAutoNum type="arabicPeriod"/>
            </a:pPr>
            <a:r>
              <a:rPr lang="vi-VN" sz="2400" b="1"/>
              <a:t>Users: </a:t>
            </a:r>
            <a:r>
              <a:rPr lang="vi-VN" sz="2400"/>
              <a:t>Bảng quản lý thông tin của tất cả người dùng hệ thống.</a:t>
            </a:r>
          </a:p>
          <a:p>
            <a:pPr marL="457200" indent="-457200" algn="just">
              <a:lnSpc>
                <a:spcPts val="3255"/>
              </a:lnSpc>
              <a:spcBef>
                <a:spcPct val="0"/>
              </a:spcBef>
              <a:buFont typeface="+mj-lt"/>
              <a:buAutoNum type="arabicPeriod"/>
            </a:pPr>
            <a:r>
              <a:rPr lang="vi-VN" sz="2400" b="1"/>
              <a:t>Borrows: </a:t>
            </a:r>
            <a:r>
              <a:rPr lang="vi-VN" sz="2400"/>
              <a:t>Bảng ghi lại lịch sử và trạng thái các lần mượn/trả sách.</a:t>
            </a:r>
          </a:p>
          <a:p>
            <a:pPr marL="457200" indent="-457200" algn="just">
              <a:lnSpc>
                <a:spcPts val="3255"/>
              </a:lnSpc>
              <a:spcBef>
                <a:spcPct val="0"/>
              </a:spcBef>
              <a:buFont typeface="+mj-lt"/>
              <a:buAutoNum type="arabicPeriod"/>
            </a:pPr>
            <a:r>
              <a:rPr lang="vi-VN" sz="2400" b="1"/>
              <a:t>Notifications: </a:t>
            </a:r>
            <a:r>
              <a:rPr lang="vi-VN" sz="2400"/>
              <a:t>Bảng lưu trữ các thông báo gửi đến người dùng.</a:t>
            </a:r>
          </a:p>
          <a:p>
            <a:pPr marL="457200" indent="-457200" algn="just">
              <a:lnSpc>
                <a:spcPts val="3255"/>
              </a:lnSpc>
              <a:spcBef>
                <a:spcPct val="0"/>
              </a:spcBef>
              <a:buFont typeface="+mj-lt"/>
              <a:buAutoNum type="arabicPeriod"/>
            </a:pPr>
            <a:r>
              <a:rPr lang="vi-VN" sz="2400" b="1"/>
              <a:t>Categories:</a:t>
            </a:r>
            <a:r>
              <a:rPr lang="vi-VN" sz="2400"/>
              <a:t> Bảng phân loại sách theo từng thể loại, chủ đề.</a:t>
            </a:r>
          </a:p>
          <a:p>
            <a:pPr marL="457200" indent="-457200" algn="just">
              <a:lnSpc>
                <a:spcPts val="3255"/>
              </a:lnSpc>
              <a:spcBef>
                <a:spcPct val="0"/>
              </a:spcBef>
              <a:buFont typeface="+mj-lt"/>
              <a:buAutoNum type="arabicPeriod"/>
            </a:pPr>
            <a:r>
              <a:rPr lang="vi-VN" sz="2400" b="1"/>
              <a:t>Settings: </a:t>
            </a:r>
            <a:r>
              <a:rPr lang="vi-VN" sz="2400"/>
              <a:t>Bảng lưu các cài đặt và cấu hình chung của hệ thống.</a:t>
            </a:r>
          </a:p>
          <a:p>
            <a:pPr marL="457200" indent="-457200" algn="just">
              <a:lnSpc>
                <a:spcPts val="3255"/>
              </a:lnSpc>
              <a:spcBef>
                <a:spcPct val="0"/>
              </a:spcBef>
              <a:buFont typeface="+mj-lt"/>
              <a:buAutoNum type="arabicPeriod"/>
            </a:pPr>
            <a:r>
              <a:rPr lang="vi-VN" sz="2400" b="1"/>
              <a:t>Fines: </a:t>
            </a:r>
            <a:r>
              <a:rPr lang="vi-VN" sz="2400"/>
              <a:t>Bảng lưu thông tin về phiếu phạt của sinh viên.</a:t>
            </a:r>
          </a:p>
          <a:p>
            <a:pPr marL="457200" indent="-457200" algn="just">
              <a:lnSpc>
                <a:spcPts val="3255"/>
              </a:lnSpc>
              <a:spcBef>
                <a:spcPct val="0"/>
              </a:spcBef>
              <a:buFont typeface="+mj-lt"/>
              <a:buAutoNum type="arabicPeriod"/>
            </a:pPr>
            <a:r>
              <a:rPr lang="vi-VN" sz="2400" b="1"/>
              <a:t>Book_reports: </a:t>
            </a:r>
            <a:r>
              <a:rPr lang="vi-VN" sz="2400"/>
              <a:t>Bảng lưu thông tin báo cáo về tình trạng sách.</a:t>
            </a:r>
          </a:p>
          <a:p>
            <a:pPr algn="just">
              <a:lnSpc>
                <a:spcPts val="3255"/>
              </a:lnSpc>
              <a:spcBef>
                <a:spcPct val="0"/>
              </a:spcBef>
            </a:pPr>
            <a:endParaRPr lang="vi-VN" sz="2400"/>
          </a:p>
        </p:txBody>
      </p:sp>
      <p:sp>
        <p:nvSpPr>
          <p:cNvPr id="30" name="AutoShape 30"/>
          <p:cNvSpPr/>
          <p:nvPr/>
        </p:nvSpPr>
        <p:spPr>
          <a:xfrm>
            <a:off x="4790415" y="-446411"/>
            <a:ext cx="13497585" cy="791631"/>
          </a:xfrm>
          <a:prstGeom prst="rect">
            <a:avLst/>
          </a:prstGeom>
          <a:solidFill>
            <a:srgbClr val="1836B2"/>
          </a:solidFill>
        </p:spPr>
        <p:txBody>
          <a:bodyPr/>
          <a:lstStyle/>
          <a:p>
            <a:endParaRPr lang="vi-VN"/>
          </a:p>
        </p:txBody>
      </p:sp>
      <p:sp>
        <p:nvSpPr>
          <p:cNvPr id="31" name="Freeform 31"/>
          <p:cNvSpPr/>
          <p:nvPr/>
        </p:nvSpPr>
        <p:spPr>
          <a:xfrm flipH="1" flipV="1">
            <a:off x="0" y="-1169840"/>
            <a:ext cx="5660104" cy="3231734"/>
          </a:xfrm>
          <a:custGeom>
            <a:avLst/>
            <a:gdLst/>
            <a:ahLst/>
            <a:cxnLst/>
            <a:rect l="l" t="t" r="r" b="b"/>
            <a:pathLst>
              <a:path w="5660104" h="3231734">
                <a:moveTo>
                  <a:pt x="5660104" y="3231734"/>
                </a:moveTo>
                <a:lnTo>
                  <a:pt x="0" y="3231734"/>
                </a:lnTo>
                <a:lnTo>
                  <a:pt x="0" y="0"/>
                </a:lnTo>
                <a:lnTo>
                  <a:pt x="5660104" y="0"/>
                </a:lnTo>
                <a:lnTo>
                  <a:pt x="5660104" y="3231734"/>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vi-VN"/>
          </a:p>
        </p:txBody>
      </p:sp>
      <p:sp>
        <p:nvSpPr>
          <p:cNvPr id="7" name="Slide Number Placeholder 6">
            <a:extLst>
              <a:ext uri="{FF2B5EF4-FFF2-40B4-BE49-F238E27FC236}">
                <a16:creationId xmlns:a16="http://schemas.microsoft.com/office/drawing/2014/main" id="{513D95FB-6509-310E-8C04-1298054BEFD4}"/>
              </a:ext>
            </a:extLst>
          </p:cNvPr>
          <p:cNvSpPr>
            <a:spLocks noGrp="1"/>
          </p:cNvSpPr>
          <p:nvPr>
            <p:ph type="sldNum" sz="quarter" idx="12"/>
          </p:nvPr>
        </p:nvSpPr>
        <p:spPr/>
        <p:txBody>
          <a:bodyPr/>
          <a:lstStyle/>
          <a:p>
            <a:fld id="{B6F15528-21DE-4FAA-801E-634DDDAF4B2B}" type="slidenum">
              <a:rPr lang="en-US" smtClean="0"/>
              <a:pPr/>
              <a:t>15</a:t>
            </a:fld>
            <a:endParaRPr lang="en-US" sz="2000"/>
          </a:p>
        </p:txBody>
      </p:sp>
      <p:pic>
        <p:nvPicPr>
          <p:cNvPr id="8" name="Picture 7" descr="A screenshot of a computer program&#10;&#10;AI-generated content may be incorrect.">
            <a:extLst>
              <a:ext uri="{FF2B5EF4-FFF2-40B4-BE49-F238E27FC236}">
                <a16:creationId xmlns:a16="http://schemas.microsoft.com/office/drawing/2014/main" id="{9F29F9E7-E517-9684-9F54-8FB30DFABED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58400" y="1470026"/>
            <a:ext cx="7923862" cy="7620000"/>
          </a:xfrm>
          <a:prstGeom prst="rect">
            <a:avLst/>
          </a:prstGeom>
          <a:ln>
            <a:solidFill>
              <a:schemeClr val="tx1"/>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83385" y="803945"/>
            <a:ext cx="9086762" cy="1119991"/>
          </a:xfrm>
          <a:prstGeom prst="rect">
            <a:avLst/>
          </a:prstGeom>
        </p:spPr>
        <p:txBody>
          <a:bodyPr lIns="0" tIns="0" rIns="0" bIns="0" rtlCol="0" anchor="t">
            <a:spAutoFit/>
          </a:bodyPr>
          <a:lstStyle/>
          <a:p>
            <a:pPr marL="0" lvl="0" indent="0" algn="l">
              <a:lnSpc>
                <a:spcPts val="8635"/>
              </a:lnSpc>
              <a:spcBef>
                <a:spcPct val="0"/>
              </a:spcBef>
            </a:pPr>
            <a:r>
              <a:rPr lang="vi-VN" sz="7200" b="1" u="none">
                <a:solidFill>
                  <a:srgbClr val="1836B2"/>
                </a:solidFill>
                <a:latin typeface="+mj-lt"/>
                <a:ea typeface="Cabin Semi-Bold"/>
                <a:cs typeface="Cabin Semi-Bold"/>
                <a:sym typeface="Cabin Semi-Bold"/>
              </a:rPr>
              <a:t>Yêu cầu chức năng</a:t>
            </a:r>
            <a:endParaRPr lang="en-US" sz="7200" b="1" u="none">
              <a:solidFill>
                <a:srgbClr val="1836B2"/>
              </a:solidFill>
              <a:latin typeface="+mj-lt"/>
              <a:ea typeface="Cabin Semi-Bold"/>
              <a:cs typeface="Cabin Semi-Bold"/>
              <a:sym typeface="Cabin Semi-Bold"/>
            </a:endParaRPr>
          </a:p>
        </p:txBody>
      </p:sp>
      <p:sp>
        <p:nvSpPr>
          <p:cNvPr id="20" name="AutoShape 20"/>
          <p:cNvSpPr/>
          <p:nvPr/>
        </p:nvSpPr>
        <p:spPr>
          <a:xfrm>
            <a:off x="0" y="-446411"/>
            <a:ext cx="13497585" cy="791631"/>
          </a:xfrm>
          <a:prstGeom prst="rect">
            <a:avLst/>
          </a:prstGeom>
          <a:solidFill>
            <a:srgbClr val="1836B2"/>
          </a:solidFill>
        </p:spPr>
        <p:txBody>
          <a:bodyPr/>
          <a:lstStyle/>
          <a:p>
            <a:endParaRPr lang="vi-VN"/>
          </a:p>
        </p:txBody>
      </p:sp>
      <p:sp>
        <p:nvSpPr>
          <p:cNvPr id="21" name="Freeform 21"/>
          <p:cNvSpPr/>
          <p:nvPr/>
        </p:nvSpPr>
        <p:spPr>
          <a:xfrm flipV="1">
            <a:off x="11599196" y="-1270647"/>
            <a:ext cx="5660104" cy="3231734"/>
          </a:xfrm>
          <a:custGeom>
            <a:avLst/>
            <a:gdLst/>
            <a:ahLst/>
            <a:cxnLst/>
            <a:rect l="l" t="t" r="r" b="b"/>
            <a:pathLst>
              <a:path w="5660104" h="3231734">
                <a:moveTo>
                  <a:pt x="0" y="3231733"/>
                </a:moveTo>
                <a:lnTo>
                  <a:pt x="5660104" y="3231733"/>
                </a:lnTo>
                <a:lnTo>
                  <a:pt x="5660104" y="0"/>
                </a:lnTo>
                <a:lnTo>
                  <a:pt x="0" y="0"/>
                </a:lnTo>
                <a:lnTo>
                  <a:pt x="0" y="3231733"/>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vi-VN"/>
          </a:p>
        </p:txBody>
      </p:sp>
      <p:sp>
        <p:nvSpPr>
          <p:cNvPr id="44" name="Freeform 2">
            <a:extLst>
              <a:ext uri="{FF2B5EF4-FFF2-40B4-BE49-F238E27FC236}">
                <a16:creationId xmlns:a16="http://schemas.microsoft.com/office/drawing/2014/main" id="{7F1F07F3-3940-AD3F-FF01-8C88BDB162FB}"/>
              </a:ext>
            </a:extLst>
          </p:cNvPr>
          <p:cNvSpPr/>
          <p:nvPr/>
        </p:nvSpPr>
        <p:spPr>
          <a:xfrm>
            <a:off x="15359896" y="7886700"/>
            <a:ext cx="5886688" cy="5196158"/>
          </a:xfrm>
          <a:custGeom>
            <a:avLst/>
            <a:gdLst/>
            <a:ahLst/>
            <a:cxnLst/>
            <a:rect l="l" t="t" r="r" b="b"/>
            <a:pathLst>
              <a:path w="749691" h="769273">
                <a:moveTo>
                  <a:pt x="0" y="0"/>
                </a:moveTo>
                <a:lnTo>
                  <a:pt x="749691" y="0"/>
                </a:lnTo>
                <a:lnTo>
                  <a:pt x="749691" y="769273"/>
                </a:lnTo>
                <a:lnTo>
                  <a:pt x="0" y="769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45" name="Group 2">
            <a:extLst>
              <a:ext uri="{FF2B5EF4-FFF2-40B4-BE49-F238E27FC236}">
                <a16:creationId xmlns:a16="http://schemas.microsoft.com/office/drawing/2014/main" id="{7E4DE8B1-8D48-63AC-FFE9-CB696AD7D2A2}"/>
              </a:ext>
            </a:extLst>
          </p:cNvPr>
          <p:cNvGrpSpPr/>
          <p:nvPr/>
        </p:nvGrpSpPr>
        <p:grpSpPr>
          <a:xfrm>
            <a:off x="-3505200" y="8288560"/>
            <a:ext cx="4742962" cy="4392438"/>
            <a:chOff x="0" y="0"/>
            <a:chExt cx="5800804" cy="5372100"/>
          </a:xfrm>
        </p:grpSpPr>
        <p:sp>
          <p:nvSpPr>
            <p:cNvPr id="46" name="Freeform 3">
              <a:extLst>
                <a:ext uri="{FF2B5EF4-FFF2-40B4-BE49-F238E27FC236}">
                  <a16:creationId xmlns:a16="http://schemas.microsoft.com/office/drawing/2014/main" id="{AA8ED684-77D3-F7D3-BEAB-C3C88DC1A5A7}"/>
                </a:ext>
              </a:extLst>
            </p:cNvPr>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sp>
        <p:nvSpPr>
          <p:cNvPr id="7" name="Slide Number Placeholder 6">
            <a:extLst>
              <a:ext uri="{FF2B5EF4-FFF2-40B4-BE49-F238E27FC236}">
                <a16:creationId xmlns:a16="http://schemas.microsoft.com/office/drawing/2014/main" id="{3B4D32FA-0A00-4001-6380-FE1573E71B0C}"/>
              </a:ext>
            </a:extLst>
          </p:cNvPr>
          <p:cNvSpPr>
            <a:spLocks noGrp="1"/>
          </p:cNvSpPr>
          <p:nvPr>
            <p:ph type="sldNum" sz="quarter" idx="12"/>
          </p:nvPr>
        </p:nvSpPr>
        <p:spPr/>
        <p:txBody>
          <a:bodyPr/>
          <a:lstStyle/>
          <a:p>
            <a:fld id="{B6F15528-21DE-4FAA-801E-634DDDAF4B2B}" type="slidenum">
              <a:rPr lang="en-US" smtClean="0"/>
              <a:pPr/>
              <a:t>16</a:t>
            </a:fld>
            <a:endParaRPr lang="en-US" sz="2000"/>
          </a:p>
        </p:txBody>
      </p:sp>
      <p:sp>
        <p:nvSpPr>
          <p:cNvPr id="8" name="TextBox 6">
            <a:extLst>
              <a:ext uri="{FF2B5EF4-FFF2-40B4-BE49-F238E27FC236}">
                <a16:creationId xmlns:a16="http://schemas.microsoft.com/office/drawing/2014/main" id="{D0D901E3-5449-C257-9B57-1FE25AAEB656}"/>
              </a:ext>
            </a:extLst>
          </p:cNvPr>
          <p:cNvSpPr txBox="1"/>
          <p:nvPr/>
        </p:nvSpPr>
        <p:spPr>
          <a:xfrm>
            <a:off x="983385" y="2336442"/>
            <a:ext cx="3809062" cy="423193"/>
          </a:xfrm>
          <a:prstGeom prst="rect">
            <a:avLst/>
          </a:prstGeom>
        </p:spPr>
        <p:txBody>
          <a:bodyPr wrap="square" lIns="0" tIns="0" rIns="0" bIns="0" rtlCol="0" anchor="t">
            <a:spAutoFit/>
          </a:bodyPr>
          <a:lstStyle/>
          <a:p>
            <a:pPr algn="just">
              <a:lnSpc>
                <a:spcPts val="3255"/>
              </a:lnSpc>
              <a:spcBef>
                <a:spcPct val="0"/>
              </a:spcBef>
            </a:pPr>
            <a:r>
              <a:rPr lang="vi-VN" sz="3200" b="1"/>
              <a:t>1.Đối với sinh viên</a:t>
            </a:r>
          </a:p>
        </p:txBody>
      </p:sp>
      <p:pic>
        <p:nvPicPr>
          <p:cNvPr id="10" name="Picture 9" descr="A cartoon of a child with a backpack&#10;&#10;AI-generated content may be incorrect.">
            <a:extLst>
              <a:ext uri="{FF2B5EF4-FFF2-40B4-BE49-F238E27FC236}">
                <a16:creationId xmlns:a16="http://schemas.microsoft.com/office/drawing/2014/main" id="{9C167AE8-3564-4789-F3E4-DF7F420865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106502" y="3188242"/>
            <a:ext cx="4045553" cy="5471445"/>
          </a:xfrm>
          <a:prstGeom prst="rect">
            <a:avLst/>
          </a:prstGeom>
        </p:spPr>
      </p:pic>
      <p:sp>
        <p:nvSpPr>
          <p:cNvPr id="12" name="TextBox 6">
            <a:extLst>
              <a:ext uri="{FF2B5EF4-FFF2-40B4-BE49-F238E27FC236}">
                <a16:creationId xmlns:a16="http://schemas.microsoft.com/office/drawing/2014/main" id="{9D2CFF8C-5292-AEEA-B635-5966DB19CD7D}"/>
              </a:ext>
            </a:extLst>
          </p:cNvPr>
          <p:cNvSpPr txBox="1"/>
          <p:nvPr/>
        </p:nvSpPr>
        <p:spPr>
          <a:xfrm>
            <a:off x="983385" y="3065902"/>
            <a:ext cx="9516975" cy="5888920"/>
          </a:xfrm>
          <a:prstGeom prst="rect">
            <a:avLst/>
          </a:prstGeom>
        </p:spPr>
        <p:txBody>
          <a:bodyPr wrap="square" lIns="0" tIns="0" rIns="0" bIns="0" rtlCol="0" anchor="t">
            <a:spAutoFit/>
          </a:bodyPr>
          <a:lstStyle/>
          <a:p>
            <a:pPr algn="just">
              <a:lnSpc>
                <a:spcPts val="3255"/>
              </a:lnSpc>
              <a:spcBef>
                <a:spcPct val="0"/>
              </a:spcBef>
            </a:pPr>
            <a:r>
              <a:rPr lang="vi-VN" sz="2400" b="1"/>
              <a:t>Tài khoản</a:t>
            </a:r>
            <a:r>
              <a:rPr lang="vi-VN" sz="2400"/>
              <a:t>: Đăng ký, đăng nhập và quản lý thông tin cá nhân.</a:t>
            </a:r>
          </a:p>
          <a:p>
            <a:pPr algn="just">
              <a:lnSpc>
                <a:spcPts val="3255"/>
              </a:lnSpc>
              <a:spcBef>
                <a:spcPct val="0"/>
              </a:spcBef>
            </a:pPr>
            <a:endParaRPr lang="vi-VN" sz="2400"/>
          </a:p>
          <a:p>
            <a:pPr algn="just">
              <a:lnSpc>
                <a:spcPts val="3255"/>
              </a:lnSpc>
              <a:spcBef>
                <a:spcPct val="0"/>
              </a:spcBef>
            </a:pPr>
            <a:r>
              <a:rPr lang="vi-VN" sz="2400" b="1"/>
              <a:t>Tra cứu</a:t>
            </a:r>
            <a:r>
              <a:rPr lang="vi-VN" sz="2400"/>
              <a:t>: Tìm kiếm, lọc sách theo tên/danh mục và xem chi tiết thông tin sách (mô tả, tác giả, số lượng còn lại...).</a:t>
            </a:r>
          </a:p>
          <a:p>
            <a:pPr algn="just">
              <a:lnSpc>
                <a:spcPts val="3255"/>
              </a:lnSpc>
              <a:spcBef>
                <a:spcPct val="0"/>
              </a:spcBef>
            </a:pPr>
            <a:endParaRPr lang="vi-VN" sz="2400"/>
          </a:p>
          <a:p>
            <a:pPr algn="just">
              <a:lnSpc>
                <a:spcPts val="3255"/>
              </a:lnSpc>
              <a:spcBef>
                <a:spcPct val="0"/>
              </a:spcBef>
            </a:pPr>
            <a:r>
              <a:rPr lang="vi-VN" sz="2400" b="1"/>
              <a:t>Tương tác</a:t>
            </a:r>
            <a:r>
              <a:rPr lang="vi-VN" sz="2400"/>
              <a:t>: Báo cáo tình trạng sách (rách, mất trang, lem mực...).</a:t>
            </a:r>
          </a:p>
          <a:p>
            <a:pPr algn="just">
              <a:lnSpc>
                <a:spcPts val="3255"/>
              </a:lnSpc>
              <a:spcBef>
                <a:spcPct val="0"/>
              </a:spcBef>
            </a:pPr>
            <a:endParaRPr lang="vi-VN" sz="2400"/>
          </a:p>
          <a:p>
            <a:pPr algn="just">
              <a:lnSpc>
                <a:spcPts val="3255"/>
              </a:lnSpc>
              <a:spcBef>
                <a:spcPct val="0"/>
              </a:spcBef>
            </a:pPr>
            <a:r>
              <a:rPr lang="vi-VN" sz="2400" b="1"/>
              <a:t>Mượn/Trả</a:t>
            </a:r>
            <a:r>
              <a:rPr lang="vi-VN" sz="2400"/>
              <a:t>: Gửi yêu cầu mượn sách (tạo phiếu mượn).</a:t>
            </a:r>
          </a:p>
          <a:p>
            <a:pPr algn="just">
              <a:lnSpc>
                <a:spcPts val="3255"/>
              </a:lnSpc>
              <a:spcBef>
                <a:spcPct val="0"/>
              </a:spcBef>
            </a:pPr>
            <a:endParaRPr lang="vi-VN" sz="2400"/>
          </a:p>
          <a:p>
            <a:pPr algn="just">
              <a:lnSpc>
                <a:spcPts val="3255"/>
              </a:lnSpc>
              <a:spcBef>
                <a:spcPct val="0"/>
              </a:spcBef>
            </a:pPr>
            <a:r>
              <a:rPr lang="vi-VN" sz="2400" b="1"/>
              <a:t>Theo dõi</a:t>
            </a:r>
            <a:r>
              <a:rPr lang="vi-VN" sz="2400"/>
              <a:t>:</a:t>
            </a:r>
          </a:p>
          <a:p>
            <a:pPr algn="just">
              <a:lnSpc>
                <a:spcPts val="3255"/>
              </a:lnSpc>
              <a:spcBef>
                <a:spcPct val="0"/>
              </a:spcBef>
            </a:pPr>
            <a:r>
              <a:rPr lang="vi-VN" sz="2400"/>
              <a:t>Xem danh sách phiếu mượn, ngày mượn/trả của bản thân.</a:t>
            </a:r>
          </a:p>
          <a:p>
            <a:pPr algn="just">
              <a:lnSpc>
                <a:spcPts val="3255"/>
              </a:lnSpc>
              <a:spcBef>
                <a:spcPct val="0"/>
              </a:spcBef>
            </a:pPr>
            <a:r>
              <a:rPr lang="vi-VN" sz="2400"/>
              <a:t>Theo dõi trạng thái mượn (Đang mượn, Đã trả, Quá hạn).</a:t>
            </a:r>
          </a:p>
          <a:p>
            <a:pPr algn="just">
              <a:lnSpc>
                <a:spcPts val="3255"/>
              </a:lnSpc>
              <a:spcBef>
                <a:spcPct val="0"/>
              </a:spcBef>
            </a:pPr>
            <a:r>
              <a:rPr lang="vi-VN" sz="2400"/>
              <a:t>Xem lý do nếu yêu cầu mượn bị từ chối.</a:t>
            </a:r>
          </a:p>
          <a:p>
            <a:pPr algn="just">
              <a:lnSpc>
                <a:spcPts val="3255"/>
              </a:lnSpc>
              <a:spcBef>
                <a:spcPct val="0"/>
              </a:spcBef>
            </a:pPr>
            <a:r>
              <a:rPr lang="vi-VN" sz="2400"/>
              <a:t>Xem thông tin phiếu phạt cá nhân.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B48D2-32E1-4153-AA9D-30F7C23EB9EE}"/>
            </a:ext>
          </a:extLst>
        </p:cNvPr>
        <p:cNvGrpSpPr/>
        <p:nvPr/>
      </p:nvGrpSpPr>
      <p:grpSpPr>
        <a:xfrm>
          <a:off x="0" y="0"/>
          <a:ext cx="0" cy="0"/>
          <a:chOff x="0" y="0"/>
          <a:chExt cx="0" cy="0"/>
        </a:xfrm>
      </p:grpSpPr>
      <p:sp>
        <p:nvSpPr>
          <p:cNvPr id="20" name="AutoShape 20">
            <a:extLst>
              <a:ext uri="{FF2B5EF4-FFF2-40B4-BE49-F238E27FC236}">
                <a16:creationId xmlns:a16="http://schemas.microsoft.com/office/drawing/2014/main" id="{F84E7AEB-C010-A60F-E214-DA3540E070B4}"/>
              </a:ext>
            </a:extLst>
          </p:cNvPr>
          <p:cNvSpPr/>
          <p:nvPr/>
        </p:nvSpPr>
        <p:spPr>
          <a:xfrm>
            <a:off x="0" y="-446411"/>
            <a:ext cx="13497585" cy="791631"/>
          </a:xfrm>
          <a:prstGeom prst="rect">
            <a:avLst/>
          </a:prstGeom>
          <a:solidFill>
            <a:srgbClr val="1836B2"/>
          </a:solidFill>
        </p:spPr>
        <p:txBody>
          <a:bodyPr/>
          <a:lstStyle/>
          <a:p>
            <a:endParaRPr lang="vi-VN"/>
          </a:p>
        </p:txBody>
      </p:sp>
      <p:sp>
        <p:nvSpPr>
          <p:cNvPr id="21" name="Freeform 21">
            <a:extLst>
              <a:ext uri="{FF2B5EF4-FFF2-40B4-BE49-F238E27FC236}">
                <a16:creationId xmlns:a16="http://schemas.microsoft.com/office/drawing/2014/main" id="{6236AF9D-B291-2D3B-4C43-D30554969F66}"/>
              </a:ext>
            </a:extLst>
          </p:cNvPr>
          <p:cNvSpPr/>
          <p:nvPr/>
        </p:nvSpPr>
        <p:spPr>
          <a:xfrm flipV="1">
            <a:off x="11599196" y="-1270647"/>
            <a:ext cx="5660104" cy="3231734"/>
          </a:xfrm>
          <a:custGeom>
            <a:avLst/>
            <a:gdLst/>
            <a:ahLst/>
            <a:cxnLst/>
            <a:rect l="l" t="t" r="r" b="b"/>
            <a:pathLst>
              <a:path w="5660104" h="3231734">
                <a:moveTo>
                  <a:pt x="0" y="3231733"/>
                </a:moveTo>
                <a:lnTo>
                  <a:pt x="5660104" y="3231733"/>
                </a:lnTo>
                <a:lnTo>
                  <a:pt x="5660104" y="0"/>
                </a:lnTo>
                <a:lnTo>
                  <a:pt x="0" y="0"/>
                </a:lnTo>
                <a:lnTo>
                  <a:pt x="0" y="3231733"/>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vi-VN"/>
          </a:p>
        </p:txBody>
      </p:sp>
      <p:sp>
        <p:nvSpPr>
          <p:cNvPr id="44" name="Freeform 2">
            <a:extLst>
              <a:ext uri="{FF2B5EF4-FFF2-40B4-BE49-F238E27FC236}">
                <a16:creationId xmlns:a16="http://schemas.microsoft.com/office/drawing/2014/main" id="{CA69ADF3-273C-0B33-8698-4F2C59F32A58}"/>
              </a:ext>
            </a:extLst>
          </p:cNvPr>
          <p:cNvSpPr/>
          <p:nvPr/>
        </p:nvSpPr>
        <p:spPr>
          <a:xfrm>
            <a:off x="15359896" y="7886700"/>
            <a:ext cx="5886688" cy="5196158"/>
          </a:xfrm>
          <a:custGeom>
            <a:avLst/>
            <a:gdLst/>
            <a:ahLst/>
            <a:cxnLst/>
            <a:rect l="l" t="t" r="r" b="b"/>
            <a:pathLst>
              <a:path w="749691" h="769273">
                <a:moveTo>
                  <a:pt x="0" y="0"/>
                </a:moveTo>
                <a:lnTo>
                  <a:pt x="749691" y="0"/>
                </a:lnTo>
                <a:lnTo>
                  <a:pt x="749691" y="769273"/>
                </a:lnTo>
                <a:lnTo>
                  <a:pt x="0" y="769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45" name="Group 2">
            <a:extLst>
              <a:ext uri="{FF2B5EF4-FFF2-40B4-BE49-F238E27FC236}">
                <a16:creationId xmlns:a16="http://schemas.microsoft.com/office/drawing/2014/main" id="{EE307448-D083-3611-99AF-324F3456754F}"/>
              </a:ext>
            </a:extLst>
          </p:cNvPr>
          <p:cNvGrpSpPr/>
          <p:nvPr/>
        </p:nvGrpSpPr>
        <p:grpSpPr>
          <a:xfrm>
            <a:off x="-3505200" y="8288560"/>
            <a:ext cx="4742962" cy="4392438"/>
            <a:chOff x="0" y="0"/>
            <a:chExt cx="5800804" cy="5372100"/>
          </a:xfrm>
        </p:grpSpPr>
        <p:sp>
          <p:nvSpPr>
            <p:cNvPr id="46" name="Freeform 3">
              <a:extLst>
                <a:ext uri="{FF2B5EF4-FFF2-40B4-BE49-F238E27FC236}">
                  <a16:creationId xmlns:a16="http://schemas.microsoft.com/office/drawing/2014/main" id="{E143DE53-9C3B-5742-81FE-0C31F49F3BFA}"/>
                </a:ext>
              </a:extLst>
            </p:cNvPr>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sp>
        <p:nvSpPr>
          <p:cNvPr id="7" name="Slide Number Placeholder 6">
            <a:extLst>
              <a:ext uri="{FF2B5EF4-FFF2-40B4-BE49-F238E27FC236}">
                <a16:creationId xmlns:a16="http://schemas.microsoft.com/office/drawing/2014/main" id="{1C399935-61CF-A85E-DE94-224562846236}"/>
              </a:ext>
            </a:extLst>
          </p:cNvPr>
          <p:cNvSpPr>
            <a:spLocks noGrp="1"/>
          </p:cNvSpPr>
          <p:nvPr>
            <p:ph type="sldNum" sz="quarter" idx="12"/>
          </p:nvPr>
        </p:nvSpPr>
        <p:spPr/>
        <p:txBody>
          <a:bodyPr/>
          <a:lstStyle/>
          <a:p>
            <a:fld id="{B6F15528-21DE-4FAA-801E-634DDDAF4B2B}" type="slidenum">
              <a:rPr lang="en-US" smtClean="0"/>
              <a:pPr/>
              <a:t>17</a:t>
            </a:fld>
            <a:endParaRPr lang="en-US" sz="2000"/>
          </a:p>
        </p:txBody>
      </p:sp>
      <p:sp>
        <p:nvSpPr>
          <p:cNvPr id="8" name="TextBox 6">
            <a:extLst>
              <a:ext uri="{FF2B5EF4-FFF2-40B4-BE49-F238E27FC236}">
                <a16:creationId xmlns:a16="http://schemas.microsoft.com/office/drawing/2014/main" id="{9949F75F-09FE-064C-0CF2-812098D0DF7D}"/>
              </a:ext>
            </a:extLst>
          </p:cNvPr>
          <p:cNvSpPr txBox="1"/>
          <p:nvPr/>
        </p:nvSpPr>
        <p:spPr>
          <a:xfrm>
            <a:off x="983385" y="2336442"/>
            <a:ext cx="3809062" cy="423193"/>
          </a:xfrm>
          <a:prstGeom prst="rect">
            <a:avLst/>
          </a:prstGeom>
        </p:spPr>
        <p:txBody>
          <a:bodyPr wrap="square" lIns="0" tIns="0" rIns="0" bIns="0" rtlCol="0" anchor="t">
            <a:spAutoFit/>
          </a:bodyPr>
          <a:lstStyle/>
          <a:p>
            <a:pPr algn="just">
              <a:lnSpc>
                <a:spcPts val="3255"/>
              </a:lnSpc>
              <a:spcBef>
                <a:spcPct val="0"/>
              </a:spcBef>
            </a:pPr>
            <a:r>
              <a:rPr lang="vi-VN" sz="3200" b="1"/>
              <a:t>1.Đối với thủ thư</a:t>
            </a:r>
          </a:p>
        </p:txBody>
      </p:sp>
      <p:sp>
        <p:nvSpPr>
          <p:cNvPr id="12" name="TextBox 6">
            <a:extLst>
              <a:ext uri="{FF2B5EF4-FFF2-40B4-BE49-F238E27FC236}">
                <a16:creationId xmlns:a16="http://schemas.microsoft.com/office/drawing/2014/main" id="{D80FD38B-62BD-0957-8E63-E2F4B4621A41}"/>
              </a:ext>
            </a:extLst>
          </p:cNvPr>
          <p:cNvSpPr txBox="1"/>
          <p:nvPr/>
        </p:nvSpPr>
        <p:spPr>
          <a:xfrm>
            <a:off x="983385" y="3214427"/>
            <a:ext cx="10370415" cy="4619341"/>
          </a:xfrm>
          <a:prstGeom prst="rect">
            <a:avLst/>
          </a:prstGeom>
        </p:spPr>
        <p:txBody>
          <a:bodyPr wrap="square" lIns="0" tIns="0" rIns="0" bIns="0" rtlCol="0" anchor="t">
            <a:spAutoFit/>
          </a:bodyPr>
          <a:lstStyle/>
          <a:p>
            <a:pPr algn="just">
              <a:lnSpc>
                <a:spcPts val="3255"/>
              </a:lnSpc>
              <a:spcBef>
                <a:spcPct val="0"/>
              </a:spcBef>
            </a:pPr>
            <a:r>
              <a:rPr lang="vi-VN" sz="2400" b="1"/>
              <a:t>Quản lý kho sách: </a:t>
            </a:r>
            <a:r>
              <a:rPr lang="vi-VN" sz="2400"/>
              <a:t>Thêm mới, chỉnh sửa, xóa thông tin sách.</a:t>
            </a:r>
          </a:p>
          <a:p>
            <a:pPr algn="just">
              <a:lnSpc>
                <a:spcPts val="3255"/>
              </a:lnSpc>
              <a:spcBef>
                <a:spcPct val="0"/>
              </a:spcBef>
            </a:pPr>
            <a:endParaRPr lang="vi-VN" sz="2400"/>
          </a:p>
          <a:p>
            <a:pPr algn="just">
              <a:lnSpc>
                <a:spcPts val="3255"/>
              </a:lnSpc>
              <a:spcBef>
                <a:spcPct val="0"/>
              </a:spcBef>
            </a:pPr>
            <a:r>
              <a:rPr lang="vi-VN" sz="2400" b="1"/>
              <a:t>Quản lý danh mục sách: </a:t>
            </a:r>
            <a:r>
              <a:rPr lang="vi-VN" sz="2400"/>
              <a:t>(thêm/xóa/liệt kê số lượng sách mỗi loại).</a:t>
            </a:r>
          </a:p>
          <a:p>
            <a:pPr algn="just">
              <a:lnSpc>
                <a:spcPts val="3255"/>
              </a:lnSpc>
              <a:spcBef>
                <a:spcPct val="0"/>
              </a:spcBef>
            </a:pPr>
            <a:endParaRPr lang="vi-VN" sz="2400"/>
          </a:p>
          <a:p>
            <a:pPr algn="just">
              <a:lnSpc>
                <a:spcPts val="3255"/>
              </a:lnSpc>
              <a:spcBef>
                <a:spcPct val="0"/>
              </a:spcBef>
            </a:pPr>
            <a:r>
              <a:rPr lang="vi-VN" sz="2400" b="1"/>
              <a:t>Quản lý mượn/trả:</a:t>
            </a:r>
          </a:p>
          <a:p>
            <a:pPr algn="just">
              <a:lnSpc>
                <a:spcPts val="3255"/>
              </a:lnSpc>
              <a:spcBef>
                <a:spcPct val="0"/>
              </a:spcBef>
            </a:pPr>
            <a:r>
              <a:rPr lang="vi-VN" sz="2400"/>
              <a:t>Tiếp nhận và cập nhật trạng thái phiếu mượn/trả.</a:t>
            </a:r>
          </a:p>
          <a:p>
            <a:pPr algn="just">
              <a:lnSpc>
                <a:spcPts val="3255"/>
              </a:lnSpc>
              <a:spcBef>
                <a:spcPct val="0"/>
              </a:spcBef>
            </a:pPr>
            <a:r>
              <a:rPr lang="vi-VN" sz="2400"/>
              <a:t>Xác nhận từ chối phiếu mượn và ghi rõ lý do.</a:t>
            </a:r>
          </a:p>
          <a:p>
            <a:pPr algn="just">
              <a:lnSpc>
                <a:spcPts val="3255"/>
              </a:lnSpc>
              <a:spcBef>
                <a:spcPct val="0"/>
              </a:spcBef>
            </a:pPr>
            <a:r>
              <a:rPr lang="vi-VN" sz="2400"/>
              <a:t>Xử lý vi phạm: Kiểm tra tình trạng sách từ báo cáo của sinh viên và tạo phiếu phạt đối với các trường hợp trả quá hạn hoặc làm hư hỏng sách.</a:t>
            </a:r>
          </a:p>
          <a:p>
            <a:pPr algn="just">
              <a:lnSpc>
                <a:spcPts val="3255"/>
              </a:lnSpc>
              <a:spcBef>
                <a:spcPct val="0"/>
              </a:spcBef>
            </a:pPr>
            <a:endParaRPr lang="vi-VN" sz="2400"/>
          </a:p>
          <a:p>
            <a:pPr algn="just">
              <a:lnSpc>
                <a:spcPts val="3255"/>
              </a:lnSpc>
              <a:spcBef>
                <a:spcPct val="0"/>
              </a:spcBef>
            </a:pPr>
            <a:r>
              <a:rPr lang="vi-VN" sz="2400" b="1"/>
              <a:t>Tài khoản: </a:t>
            </a:r>
            <a:r>
              <a:rPr lang="vi-VN" sz="2400"/>
              <a:t>Đăng nhập và quản lý thông tin cá nhân.</a:t>
            </a:r>
          </a:p>
        </p:txBody>
      </p:sp>
      <p:pic>
        <p:nvPicPr>
          <p:cNvPr id="4" name="Picture 3" descr="A cartoon of a person with glasses&#10;&#10;AI-generated content may be incorrect.">
            <a:extLst>
              <a:ext uri="{FF2B5EF4-FFF2-40B4-BE49-F238E27FC236}">
                <a16:creationId xmlns:a16="http://schemas.microsoft.com/office/drawing/2014/main" id="{B8F781CB-8B1D-807C-42E7-F14E60ABC2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68716" y="2816560"/>
            <a:ext cx="5472000" cy="5472000"/>
          </a:xfrm>
          <a:prstGeom prst="rect">
            <a:avLst/>
          </a:prstGeom>
        </p:spPr>
      </p:pic>
      <p:sp>
        <p:nvSpPr>
          <p:cNvPr id="2" name="TextBox 3">
            <a:extLst>
              <a:ext uri="{FF2B5EF4-FFF2-40B4-BE49-F238E27FC236}">
                <a16:creationId xmlns:a16="http://schemas.microsoft.com/office/drawing/2014/main" id="{1EBCB95A-C28E-E71C-44A0-AC55191FD324}"/>
              </a:ext>
            </a:extLst>
          </p:cNvPr>
          <p:cNvSpPr txBox="1"/>
          <p:nvPr/>
        </p:nvSpPr>
        <p:spPr>
          <a:xfrm>
            <a:off x="983385" y="803945"/>
            <a:ext cx="9086762" cy="1119991"/>
          </a:xfrm>
          <a:prstGeom prst="rect">
            <a:avLst/>
          </a:prstGeom>
        </p:spPr>
        <p:txBody>
          <a:bodyPr lIns="0" tIns="0" rIns="0" bIns="0" rtlCol="0" anchor="t">
            <a:spAutoFit/>
          </a:bodyPr>
          <a:lstStyle/>
          <a:p>
            <a:pPr marL="0" lvl="0" indent="0" algn="l">
              <a:lnSpc>
                <a:spcPts val="8635"/>
              </a:lnSpc>
              <a:spcBef>
                <a:spcPct val="0"/>
              </a:spcBef>
            </a:pPr>
            <a:r>
              <a:rPr lang="vi-VN" sz="7200" b="1" u="none">
                <a:solidFill>
                  <a:srgbClr val="1836B2"/>
                </a:solidFill>
                <a:latin typeface="+mj-lt"/>
                <a:ea typeface="Cabin Semi-Bold"/>
                <a:cs typeface="Cabin Semi-Bold"/>
                <a:sym typeface="Cabin Semi-Bold"/>
              </a:rPr>
              <a:t>Yêu cầu chức năng</a:t>
            </a:r>
            <a:endParaRPr lang="en-US" sz="7200" b="1" u="none">
              <a:solidFill>
                <a:srgbClr val="1836B2"/>
              </a:solidFill>
              <a:latin typeface="+mj-lt"/>
              <a:ea typeface="Cabin Semi-Bold"/>
              <a:cs typeface="Cabin Semi-Bold"/>
              <a:sym typeface="Cabin Semi-Bold"/>
            </a:endParaRPr>
          </a:p>
        </p:txBody>
      </p:sp>
    </p:spTree>
    <p:extLst>
      <p:ext uri="{BB962C8B-B14F-4D97-AF65-F5344CB8AC3E}">
        <p14:creationId xmlns:p14="http://schemas.microsoft.com/office/powerpoint/2010/main" val="3478687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F35C0-9DDE-E15A-9EBC-9B096D1AD794}"/>
            </a:ext>
          </a:extLst>
        </p:cNvPr>
        <p:cNvGrpSpPr/>
        <p:nvPr/>
      </p:nvGrpSpPr>
      <p:grpSpPr>
        <a:xfrm>
          <a:off x="0" y="0"/>
          <a:ext cx="0" cy="0"/>
          <a:chOff x="0" y="0"/>
          <a:chExt cx="0" cy="0"/>
        </a:xfrm>
      </p:grpSpPr>
      <p:sp>
        <p:nvSpPr>
          <p:cNvPr id="20" name="AutoShape 20">
            <a:extLst>
              <a:ext uri="{FF2B5EF4-FFF2-40B4-BE49-F238E27FC236}">
                <a16:creationId xmlns:a16="http://schemas.microsoft.com/office/drawing/2014/main" id="{0A989685-026A-2C9A-F3A4-7484F0ED5B91}"/>
              </a:ext>
            </a:extLst>
          </p:cNvPr>
          <p:cNvSpPr/>
          <p:nvPr/>
        </p:nvSpPr>
        <p:spPr>
          <a:xfrm>
            <a:off x="0" y="-446411"/>
            <a:ext cx="13497585" cy="791631"/>
          </a:xfrm>
          <a:prstGeom prst="rect">
            <a:avLst/>
          </a:prstGeom>
          <a:solidFill>
            <a:srgbClr val="1836B2"/>
          </a:solidFill>
        </p:spPr>
        <p:txBody>
          <a:bodyPr/>
          <a:lstStyle/>
          <a:p>
            <a:endParaRPr lang="vi-VN"/>
          </a:p>
        </p:txBody>
      </p:sp>
      <p:sp>
        <p:nvSpPr>
          <p:cNvPr id="21" name="Freeform 21">
            <a:extLst>
              <a:ext uri="{FF2B5EF4-FFF2-40B4-BE49-F238E27FC236}">
                <a16:creationId xmlns:a16="http://schemas.microsoft.com/office/drawing/2014/main" id="{C78C13E9-29E0-0B6E-1DCF-D63293CA355E}"/>
              </a:ext>
            </a:extLst>
          </p:cNvPr>
          <p:cNvSpPr/>
          <p:nvPr/>
        </p:nvSpPr>
        <p:spPr>
          <a:xfrm flipV="1">
            <a:off x="11599196" y="-1270647"/>
            <a:ext cx="5660104" cy="3231734"/>
          </a:xfrm>
          <a:custGeom>
            <a:avLst/>
            <a:gdLst/>
            <a:ahLst/>
            <a:cxnLst/>
            <a:rect l="l" t="t" r="r" b="b"/>
            <a:pathLst>
              <a:path w="5660104" h="3231734">
                <a:moveTo>
                  <a:pt x="0" y="3231733"/>
                </a:moveTo>
                <a:lnTo>
                  <a:pt x="5660104" y="3231733"/>
                </a:lnTo>
                <a:lnTo>
                  <a:pt x="5660104" y="0"/>
                </a:lnTo>
                <a:lnTo>
                  <a:pt x="0" y="0"/>
                </a:lnTo>
                <a:lnTo>
                  <a:pt x="0" y="3231733"/>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vi-VN"/>
          </a:p>
        </p:txBody>
      </p:sp>
      <p:sp>
        <p:nvSpPr>
          <p:cNvPr id="44" name="Freeform 2">
            <a:extLst>
              <a:ext uri="{FF2B5EF4-FFF2-40B4-BE49-F238E27FC236}">
                <a16:creationId xmlns:a16="http://schemas.microsoft.com/office/drawing/2014/main" id="{F2F7B17F-FA7B-CFB7-7DEE-2B97F66C13E2}"/>
              </a:ext>
            </a:extLst>
          </p:cNvPr>
          <p:cNvSpPr/>
          <p:nvPr/>
        </p:nvSpPr>
        <p:spPr>
          <a:xfrm>
            <a:off x="15359896" y="7886700"/>
            <a:ext cx="5886688" cy="5196158"/>
          </a:xfrm>
          <a:custGeom>
            <a:avLst/>
            <a:gdLst/>
            <a:ahLst/>
            <a:cxnLst/>
            <a:rect l="l" t="t" r="r" b="b"/>
            <a:pathLst>
              <a:path w="749691" h="769273">
                <a:moveTo>
                  <a:pt x="0" y="0"/>
                </a:moveTo>
                <a:lnTo>
                  <a:pt x="749691" y="0"/>
                </a:lnTo>
                <a:lnTo>
                  <a:pt x="749691" y="769273"/>
                </a:lnTo>
                <a:lnTo>
                  <a:pt x="0" y="769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45" name="Group 2">
            <a:extLst>
              <a:ext uri="{FF2B5EF4-FFF2-40B4-BE49-F238E27FC236}">
                <a16:creationId xmlns:a16="http://schemas.microsoft.com/office/drawing/2014/main" id="{DE0E6E80-1DC6-3EB6-2516-C8A1505A36D7}"/>
              </a:ext>
            </a:extLst>
          </p:cNvPr>
          <p:cNvGrpSpPr/>
          <p:nvPr/>
        </p:nvGrpSpPr>
        <p:grpSpPr>
          <a:xfrm>
            <a:off x="-3505200" y="8288560"/>
            <a:ext cx="4742962" cy="4392438"/>
            <a:chOff x="0" y="0"/>
            <a:chExt cx="5800804" cy="5372100"/>
          </a:xfrm>
        </p:grpSpPr>
        <p:sp>
          <p:nvSpPr>
            <p:cNvPr id="46" name="Freeform 3">
              <a:extLst>
                <a:ext uri="{FF2B5EF4-FFF2-40B4-BE49-F238E27FC236}">
                  <a16:creationId xmlns:a16="http://schemas.microsoft.com/office/drawing/2014/main" id="{61A63632-7691-E9BE-FD7F-82945CCE4D85}"/>
                </a:ext>
              </a:extLst>
            </p:cNvPr>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sp>
        <p:nvSpPr>
          <p:cNvPr id="7" name="Slide Number Placeholder 6">
            <a:extLst>
              <a:ext uri="{FF2B5EF4-FFF2-40B4-BE49-F238E27FC236}">
                <a16:creationId xmlns:a16="http://schemas.microsoft.com/office/drawing/2014/main" id="{BCBCEC59-7B76-CE9C-5843-7E4B19F054F9}"/>
              </a:ext>
            </a:extLst>
          </p:cNvPr>
          <p:cNvSpPr>
            <a:spLocks noGrp="1"/>
          </p:cNvSpPr>
          <p:nvPr>
            <p:ph type="sldNum" sz="quarter" idx="12"/>
          </p:nvPr>
        </p:nvSpPr>
        <p:spPr/>
        <p:txBody>
          <a:bodyPr/>
          <a:lstStyle/>
          <a:p>
            <a:fld id="{B6F15528-21DE-4FAA-801E-634DDDAF4B2B}" type="slidenum">
              <a:rPr lang="en-US" smtClean="0"/>
              <a:pPr/>
              <a:t>18</a:t>
            </a:fld>
            <a:endParaRPr lang="en-US" sz="2000"/>
          </a:p>
        </p:txBody>
      </p:sp>
      <p:sp>
        <p:nvSpPr>
          <p:cNvPr id="8" name="TextBox 6">
            <a:extLst>
              <a:ext uri="{FF2B5EF4-FFF2-40B4-BE49-F238E27FC236}">
                <a16:creationId xmlns:a16="http://schemas.microsoft.com/office/drawing/2014/main" id="{3BFA82E1-87F8-E06F-EBF3-56B39C6BA553}"/>
              </a:ext>
            </a:extLst>
          </p:cNvPr>
          <p:cNvSpPr txBox="1"/>
          <p:nvPr/>
        </p:nvSpPr>
        <p:spPr>
          <a:xfrm>
            <a:off x="983384" y="2336442"/>
            <a:ext cx="4742961" cy="423193"/>
          </a:xfrm>
          <a:prstGeom prst="rect">
            <a:avLst/>
          </a:prstGeom>
        </p:spPr>
        <p:txBody>
          <a:bodyPr wrap="square" lIns="0" tIns="0" rIns="0" bIns="0" rtlCol="0" anchor="t">
            <a:spAutoFit/>
          </a:bodyPr>
          <a:lstStyle/>
          <a:p>
            <a:pPr algn="just">
              <a:lnSpc>
                <a:spcPts val="3255"/>
              </a:lnSpc>
              <a:spcBef>
                <a:spcPct val="0"/>
              </a:spcBef>
            </a:pPr>
            <a:r>
              <a:rPr lang="vi-VN" sz="3200" b="1"/>
              <a:t>1.Đối với quản trị viên</a:t>
            </a:r>
          </a:p>
        </p:txBody>
      </p:sp>
      <p:sp>
        <p:nvSpPr>
          <p:cNvPr id="12" name="TextBox 6">
            <a:extLst>
              <a:ext uri="{FF2B5EF4-FFF2-40B4-BE49-F238E27FC236}">
                <a16:creationId xmlns:a16="http://schemas.microsoft.com/office/drawing/2014/main" id="{59D9438E-4FDF-E95C-AC40-2B4A4D98131A}"/>
              </a:ext>
            </a:extLst>
          </p:cNvPr>
          <p:cNvSpPr txBox="1"/>
          <p:nvPr/>
        </p:nvSpPr>
        <p:spPr>
          <a:xfrm>
            <a:off x="983384" y="3456071"/>
            <a:ext cx="10370415" cy="2926570"/>
          </a:xfrm>
          <a:prstGeom prst="rect">
            <a:avLst/>
          </a:prstGeom>
        </p:spPr>
        <p:txBody>
          <a:bodyPr wrap="square" lIns="0" tIns="0" rIns="0" bIns="0" rtlCol="0" anchor="t">
            <a:spAutoFit/>
          </a:bodyPr>
          <a:lstStyle/>
          <a:p>
            <a:pPr algn="just">
              <a:lnSpc>
                <a:spcPts val="3255"/>
              </a:lnSpc>
              <a:spcBef>
                <a:spcPct val="0"/>
              </a:spcBef>
            </a:pPr>
            <a:r>
              <a:rPr lang="vi-VN" sz="2400" b="1"/>
              <a:t>Quản lý nhân sự:</a:t>
            </a:r>
          </a:p>
          <a:p>
            <a:pPr algn="just">
              <a:lnSpc>
                <a:spcPts val="3255"/>
              </a:lnSpc>
              <a:spcBef>
                <a:spcPct val="0"/>
              </a:spcBef>
            </a:pPr>
            <a:r>
              <a:rPr lang="vi-VN" sz="2400"/>
              <a:t>Quản lý danh sách toàn bộ người dùng trong hệ thống.</a:t>
            </a:r>
          </a:p>
          <a:p>
            <a:pPr algn="just">
              <a:lnSpc>
                <a:spcPts val="3255"/>
              </a:lnSpc>
              <a:spcBef>
                <a:spcPct val="0"/>
              </a:spcBef>
            </a:pPr>
            <a:r>
              <a:rPr lang="vi-VN" sz="2400"/>
              <a:t>Phân quyền người dùng (Gán vai trò: Thủ thư hoặc Sinh viên).</a:t>
            </a:r>
          </a:p>
          <a:p>
            <a:pPr algn="just">
              <a:lnSpc>
                <a:spcPts val="3255"/>
              </a:lnSpc>
              <a:spcBef>
                <a:spcPct val="0"/>
              </a:spcBef>
            </a:pPr>
            <a:endParaRPr lang="vi-VN" sz="2400"/>
          </a:p>
          <a:p>
            <a:pPr algn="just">
              <a:lnSpc>
                <a:spcPts val="3255"/>
              </a:lnSpc>
              <a:spcBef>
                <a:spcPct val="0"/>
              </a:spcBef>
            </a:pPr>
            <a:r>
              <a:rPr lang="vi-VN" sz="2400" b="1"/>
              <a:t>Quản trị hệ thống:</a:t>
            </a:r>
          </a:p>
          <a:p>
            <a:pPr algn="just">
              <a:lnSpc>
                <a:spcPts val="3255"/>
              </a:lnSpc>
              <a:spcBef>
                <a:spcPct val="0"/>
              </a:spcBef>
            </a:pPr>
            <a:r>
              <a:rPr lang="vi-VN" sz="2400"/>
              <a:t>Theo dõi tổng quan hoạt động của website.</a:t>
            </a:r>
          </a:p>
          <a:p>
            <a:pPr algn="just">
              <a:lnSpc>
                <a:spcPts val="3255"/>
              </a:lnSpc>
              <a:spcBef>
                <a:spcPct val="0"/>
              </a:spcBef>
            </a:pPr>
            <a:r>
              <a:rPr lang="vi-VN" sz="2400"/>
              <a:t>Quản lý thông tin cá nhân của admin.</a:t>
            </a:r>
          </a:p>
        </p:txBody>
      </p:sp>
      <p:pic>
        <p:nvPicPr>
          <p:cNvPr id="5" name="Picture 4" descr="A cartoon of a person sitting at a desk&#10;&#10;AI-generated content may be incorrect.">
            <a:extLst>
              <a:ext uri="{FF2B5EF4-FFF2-40B4-BE49-F238E27FC236}">
                <a16:creationId xmlns:a16="http://schemas.microsoft.com/office/drawing/2014/main" id="{AFA2391B-17D4-1920-AA50-C8F328611D8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76464" y="2504941"/>
            <a:ext cx="6553200" cy="6181725"/>
          </a:xfrm>
          <a:prstGeom prst="rect">
            <a:avLst/>
          </a:prstGeom>
        </p:spPr>
      </p:pic>
      <p:sp>
        <p:nvSpPr>
          <p:cNvPr id="6" name="TextBox 3">
            <a:extLst>
              <a:ext uri="{FF2B5EF4-FFF2-40B4-BE49-F238E27FC236}">
                <a16:creationId xmlns:a16="http://schemas.microsoft.com/office/drawing/2014/main" id="{770DF96F-98B5-BA8C-6CD6-A83941A94913}"/>
              </a:ext>
            </a:extLst>
          </p:cNvPr>
          <p:cNvSpPr txBox="1"/>
          <p:nvPr/>
        </p:nvSpPr>
        <p:spPr>
          <a:xfrm>
            <a:off x="983385" y="803945"/>
            <a:ext cx="9086762" cy="1119991"/>
          </a:xfrm>
          <a:prstGeom prst="rect">
            <a:avLst/>
          </a:prstGeom>
        </p:spPr>
        <p:txBody>
          <a:bodyPr lIns="0" tIns="0" rIns="0" bIns="0" rtlCol="0" anchor="t">
            <a:spAutoFit/>
          </a:bodyPr>
          <a:lstStyle/>
          <a:p>
            <a:pPr marL="0" lvl="0" indent="0" algn="l">
              <a:lnSpc>
                <a:spcPts val="8635"/>
              </a:lnSpc>
              <a:spcBef>
                <a:spcPct val="0"/>
              </a:spcBef>
            </a:pPr>
            <a:r>
              <a:rPr lang="vi-VN" sz="7200" b="1" u="none">
                <a:solidFill>
                  <a:srgbClr val="1836B2"/>
                </a:solidFill>
                <a:latin typeface="+mj-lt"/>
                <a:ea typeface="Cabin Semi-Bold"/>
                <a:cs typeface="Cabin Semi-Bold"/>
                <a:sym typeface="Cabin Semi-Bold"/>
              </a:rPr>
              <a:t>Yêu cầu chức năng</a:t>
            </a:r>
            <a:endParaRPr lang="en-US" sz="7200" b="1" u="none">
              <a:solidFill>
                <a:srgbClr val="1836B2"/>
              </a:solidFill>
              <a:latin typeface="+mj-lt"/>
              <a:ea typeface="Cabin Semi-Bold"/>
              <a:cs typeface="Cabin Semi-Bold"/>
              <a:sym typeface="Cabin Semi-Bold"/>
            </a:endParaRPr>
          </a:p>
        </p:txBody>
      </p:sp>
    </p:spTree>
    <p:extLst>
      <p:ext uri="{BB962C8B-B14F-4D97-AF65-F5344CB8AC3E}">
        <p14:creationId xmlns:p14="http://schemas.microsoft.com/office/powerpoint/2010/main" val="583162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80B76-944E-DE6E-6216-A1786DF35A1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7E90B47-238B-5A14-B602-E8EA934198B9}"/>
              </a:ext>
            </a:extLst>
          </p:cNvPr>
          <p:cNvSpPr/>
          <p:nvPr/>
        </p:nvSpPr>
        <p:spPr>
          <a:xfrm>
            <a:off x="1028700" y="5251113"/>
            <a:ext cx="16230600" cy="0"/>
          </a:xfrm>
          <a:prstGeom prst="line">
            <a:avLst/>
          </a:prstGeom>
          <a:ln w="47625" cap="rnd">
            <a:solidFill>
              <a:srgbClr val="86C7ED"/>
            </a:solidFill>
            <a:prstDash val="sysDot"/>
            <a:headEnd type="none" w="sm" len="sm"/>
            <a:tailEnd type="none" w="sm" len="sm"/>
          </a:ln>
        </p:spPr>
        <p:txBody>
          <a:bodyPr/>
          <a:lstStyle/>
          <a:p>
            <a:endParaRPr lang="vi-VN"/>
          </a:p>
        </p:txBody>
      </p:sp>
      <p:sp>
        <p:nvSpPr>
          <p:cNvPr id="6" name="TextBox 6">
            <a:extLst>
              <a:ext uri="{FF2B5EF4-FFF2-40B4-BE49-F238E27FC236}">
                <a16:creationId xmlns:a16="http://schemas.microsoft.com/office/drawing/2014/main" id="{8C61B582-6A5B-4DF4-D6D0-64BFA6E48092}"/>
              </a:ext>
            </a:extLst>
          </p:cNvPr>
          <p:cNvSpPr txBox="1"/>
          <p:nvPr/>
        </p:nvSpPr>
        <p:spPr>
          <a:xfrm>
            <a:off x="202132" y="5609165"/>
            <a:ext cx="2057400" cy="800219"/>
          </a:xfrm>
          <a:prstGeom prst="rect">
            <a:avLst/>
          </a:prstGeom>
        </p:spPr>
        <p:txBody>
          <a:bodyPr wrap="square" lIns="0" tIns="0" rIns="0" bIns="0" rtlCol="0" anchor="t">
            <a:spAutoFit/>
          </a:bodyPr>
          <a:lstStyle/>
          <a:p>
            <a:pPr marL="0" lvl="0" indent="0" algn="ctr">
              <a:lnSpc>
                <a:spcPts val="3249"/>
              </a:lnSpc>
              <a:spcBef>
                <a:spcPct val="0"/>
              </a:spcBef>
            </a:pPr>
            <a:r>
              <a:rPr lang="vi-VN" sz="2499" b="1" spc="-49">
                <a:solidFill>
                  <a:srgbClr val="000000"/>
                </a:solidFill>
                <a:ea typeface="Cabin Medium"/>
                <a:cs typeface="Cabin Medium"/>
                <a:sym typeface="Cabin Medium"/>
              </a:rPr>
              <a:t>Tải trang nhanh chóng</a:t>
            </a:r>
            <a:endParaRPr lang="en-US" sz="2499" b="1" u="none" spc="-49">
              <a:solidFill>
                <a:srgbClr val="000000"/>
              </a:solidFill>
              <a:ea typeface="Cabin Medium"/>
              <a:cs typeface="Cabin Medium"/>
              <a:sym typeface="Cabin Medium"/>
            </a:endParaRPr>
          </a:p>
        </p:txBody>
      </p:sp>
      <p:sp>
        <p:nvSpPr>
          <p:cNvPr id="9" name="TextBox 9">
            <a:extLst>
              <a:ext uri="{FF2B5EF4-FFF2-40B4-BE49-F238E27FC236}">
                <a16:creationId xmlns:a16="http://schemas.microsoft.com/office/drawing/2014/main" id="{ADE7F21A-6768-2525-2AA9-4037A0CDB77F}"/>
              </a:ext>
            </a:extLst>
          </p:cNvPr>
          <p:cNvSpPr txBox="1"/>
          <p:nvPr/>
        </p:nvSpPr>
        <p:spPr>
          <a:xfrm>
            <a:off x="5275082" y="4002047"/>
            <a:ext cx="1828800" cy="791114"/>
          </a:xfrm>
          <a:prstGeom prst="rect">
            <a:avLst/>
          </a:prstGeom>
        </p:spPr>
        <p:txBody>
          <a:bodyPr wrap="square" lIns="0" tIns="0" rIns="0" bIns="0" rtlCol="0" anchor="t">
            <a:spAutoFit/>
          </a:bodyPr>
          <a:lstStyle/>
          <a:p>
            <a:pPr marL="0" lvl="0" indent="0" algn="ctr">
              <a:lnSpc>
                <a:spcPts val="3249"/>
              </a:lnSpc>
              <a:spcBef>
                <a:spcPct val="0"/>
              </a:spcBef>
            </a:pPr>
            <a:r>
              <a:rPr lang="en-US" sz="2499" b="1" u="none" spc="-49">
                <a:solidFill>
                  <a:srgbClr val="000000"/>
                </a:solidFill>
                <a:latin typeface="Arial" panose="020B0604020202020204" pitchFamily="34" charset="0"/>
                <a:ea typeface="Cabin Medium"/>
                <a:cs typeface="Arial" panose="020B0604020202020204" pitchFamily="34" charset="0"/>
                <a:sym typeface="Cabin Medium"/>
              </a:rPr>
              <a:t>Giao </a:t>
            </a:r>
            <a:r>
              <a:rPr lang="vi-VN" sz="2499" b="1" u="none" spc="-49">
                <a:solidFill>
                  <a:srgbClr val="000000"/>
                </a:solidFill>
                <a:latin typeface="Arial" panose="020B0604020202020204" pitchFamily="34" charset="0"/>
                <a:ea typeface="Cabin Medium"/>
                <a:cs typeface="Arial" panose="020B0604020202020204" pitchFamily="34" charset="0"/>
                <a:sym typeface="Cabin Medium"/>
              </a:rPr>
              <a:t>diện thân thiện</a:t>
            </a:r>
            <a:endParaRPr lang="en-US" sz="2499" b="1" u="none" spc="-49">
              <a:solidFill>
                <a:srgbClr val="000000"/>
              </a:solidFill>
              <a:latin typeface="Arial" panose="020B0604020202020204" pitchFamily="34" charset="0"/>
              <a:ea typeface="Cabin Medium"/>
              <a:cs typeface="Arial" panose="020B0604020202020204" pitchFamily="34" charset="0"/>
              <a:sym typeface="Cabin Medium"/>
            </a:endParaRPr>
          </a:p>
        </p:txBody>
      </p:sp>
      <p:sp>
        <p:nvSpPr>
          <p:cNvPr id="12" name="TextBox 12">
            <a:extLst>
              <a:ext uri="{FF2B5EF4-FFF2-40B4-BE49-F238E27FC236}">
                <a16:creationId xmlns:a16="http://schemas.microsoft.com/office/drawing/2014/main" id="{865D9240-470A-25CE-959A-907D8C5EE4AF}"/>
              </a:ext>
            </a:extLst>
          </p:cNvPr>
          <p:cNvSpPr txBox="1"/>
          <p:nvPr/>
        </p:nvSpPr>
        <p:spPr>
          <a:xfrm>
            <a:off x="16306800" y="3986711"/>
            <a:ext cx="1861385" cy="791114"/>
          </a:xfrm>
          <a:prstGeom prst="rect">
            <a:avLst/>
          </a:prstGeom>
        </p:spPr>
        <p:txBody>
          <a:bodyPr wrap="square" lIns="0" tIns="0" rIns="0" bIns="0" rtlCol="0" anchor="t">
            <a:spAutoFit/>
          </a:bodyPr>
          <a:lstStyle/>
          <a:p>
            <a:pPr marL="0" lvl="0" indent="0" algn="ctr">
              <a:lnSpc>
                <a:spcPts val="3249"/>
              </a:lnSpc>
              <a:spcBef>
                <a:spcPct val="0"/>
              </a:spcBef>
            </a:pPr>
            <a:r>
              <a:rPr lang="vi-VN" sz="2499" b="1" spc="-49">
                <a:solidFill>
                  <a:srgbClr val="000000"/>
                </a:solidFill>
                <a:latin typeface="Arial" panose="020B0604020202020204" pitchFamily="34" charset="0"/>
                <a:ea typeface="Cabin Medium"/>
                <a:cs typeface="Arial" panose="020B0604020202020204" pitchFamily="34" charset="0"/>
                <a:sym typeface="Cabin Medium"/>
              </a:rPr>
              <a:t>Khả năng tương thích</a:t>
            </a:r>
            <a:endParaRPr lang="en-US" sz="2499" b="1" u="none" spc="-49">
              <a:solidFill>
                <a:srgbClr val="000000"/>
              </a:solidFill>
              <a:latin typeface="Arial" panose="020B0604020202020204" pitchFamily="34" charset="0"/>
              <a:ea typeface="Cabin Medium"/>
              <a:cs typeface="Arial" panose="020B0604020202020204" pitchFamily="34" charset="0"/>
              <a:sym typeface="Cabin Medium"/>
            </a:endParaRPr>
          </a:p>
        </p:txBody>
      </p:sp>
      <p:sp>
        <p:nvSpPr>
          <p:cNvPr id="14" name="TextBox 14">
            <a:extLst>
              <a:ext uri="{FF2B5EF4-FFF2-40B4-BE49-F238E27FC236}">
                <a16:creationId xmlns:a16="http://schemas.microsoft.com/office/drawing/2014/main" id="{7DB59A04-1867-376C-0C1C-A204BDD2550E}"/>
              </a:ext>
            </a:extLst>
          </p:cNvPr>
          <p:cNvSpPr txBox="1"/>
          <p:nvPr/>
        </p:nvSpPr>
        <p:spPr>
          <a:xfrm>
            <a:off x="11236526" y="5777450"/>
            <a:ext cx="1639854" cy="800219"/>
          </a:xfrm>
          <a:prstGeom prst="rect">
            <a:avLst/>
          </a:prstGeom>
        </p:spPr>
        <p:txBody>
          <a:bodyPr wrap="square" lIns="0" tIns="0" rIns="0" bIns="0" rtlCol="0" anchor="t">
            <a:spAutoFit/>
          </a:bodyPr>
          <a:lstStyle/>
          <a:p>
            <a:pPr marL="0" lvl="0" indent="0" algn="ctr">
              <a:lnSpc>
                <a:spcPts val="3249"/>
              </a:lnSpc>
              <a:spcBef>
                <a:spcPct val="0"/>
              </a:spcBef>
            </a:pPr>
            <a:r>
              <a:rPr lang="vi-VN" sz="2499" b="1" u="none" spc="-49">
                <a:solidFill>
                  <a:srgbClr val="000000"/>
                </a:solidFill>
                <a:ea typeface="Cabin Medium"/>
                <a:cs typeface="Cabin Medium"/>
                <a:sym typeface="Cabin Medium"/>
              </a:rPr>
              <a:t>Dễ dàng tương tác</a:t>
            </a:r>
            <a:endParaRPr lang="en-US" sz="2499" b="1" u="none" spc="-49">
              <a:solidFill>
                <a:srgbClr val="000000"/>
              </a:solidFill>
              <a:ea typeface="Cabin Medium"/>
              <a:cs typeface="Cabin Medium"/>
              <a:sym typeface="Cabin Medium"/>
            </a:endParaRPr>
          </a:p>
        </p:txBody>
      </p:sp>
      <p:sp>
        <p:nvSpPr>
          <p:cNvPr id="16" name="AutoShape 16">
            <a:extLst>
              <a:ext uri="{FF2B5EF4-FFF2-40B4-BE49-F238E27FC236}">
                <a16:creationId xmlns:a16="http://schemas.microsoft.com/office/drawing/2014/main" id="{405205FA-F874-5B05-A4EC-39CF2B2BC037}"/>
              </a:ext>
            </a:extLst>
          </p:cNvPr>
          <p:cNvSpPr/>
          <p:nvPr/>
        </p:nvSpPr>
        <p:spPr>
          <a:xfrm>
            <a:off x="1013865" y="5109249"/>
            <a:ext cx="433935" cy="415251"/>
          </a:xfrm>
          <a:prstGeom prst="rect">
            <a:avLst/>
          </a:prstGeom>
          <a:solidFill>
            <a:srgbClr val="A066CB"/>
          </a:solidFill>
        </p:spPr>
        <p:txBody>
          <a:bodyPr/>
          <a:lstStyle/>
          <a:p>
            <a:endParaRPr lang="vi-VN"/>
          </a:p>
        </p:txBody>
      </p:sp>
      <p:sp>
        <p:nvSpPr>
          <p:cNvPr id="17" name="AutoShape 17">
            <a:extLst>
              <a:ext uri="{FF2B5EF4-FFF2-40B4-BE49-F238E27FC236}">
                <a16:creationId xmlns:a16="http://schemas.microsoft.com/office/drawing/2014/main" id="{CDB0B4C8-7B32-792C-B56B-0B172A57F79C}"/>
              </a:ext>
            </a:extLst>
          </p:cNvPr>
          <p:cNvSpPr/>
          <p:nvPr/>
        </p:nvSpPr>
        <p:spPr>
          <a:xfrm>
            <a:off x="6069489" y="5074167"/>
            <a:ext cx="239988" cy="262851"/>
          </a:xfrm>
          <a:prstGeom prst="rect">
            <a:avLst/>
          </a:prstGeom>
          <a:solidFill>
            <a:srgbClr val="A066CB"/>
          </a:solidFill>
        </p:spPr>
        <p:txBody>
          <a:bodyPr/>
          <a:lstStyle/>
          <a:p>
            <a:endParaRPr lang="vi-VN"/>
          </a:p>
        </p:txBody>
      </p:sp>
      <p:sp>
        <p:nvSpPr>
          <p:cNvPr id="18" name="AutoShape 18">
            <a:extLst>
              <a:ext uri="{FF2B5EF4-FFF2-40B4-BE49-F238E27FC236}">
                <a16:creationId xmlns:a16="http://schemas.microsoft.com/office/drawing/2014/main" id="{F106B165-5EFC-7B87-3F88-858C5CB03387}"/>
              </a:ext>
            </a:extLst>
          </p:cNvPr>
          <p:cNvSpPr/>
          <p:nvPr/>
        </p:nvSpPr>
        <p:spPr>
          <a:xfrm>
            <a:off x="11936459" y="5094171"/>
            <a:ext cx="239988" cy="262851"/>
          </a:xfrm>
          <a:prstGeom prst="rect">
            <a:avLst/>
          </a:prstGeom>
          <a:solidFill>
            <a:srgbClr val="A066CB"/>
          </a:solidFill>
        </p:spPr>
        <p:txBody>
          <a:bodyPr/>
          <a:lstStyle/>
          <a:p>
            <a:endParaRPr lang="vi-VN"/>
          </a:p>
        </p:txBody>
      </p:sp>
      <p:sp>
        <p:nvSpPr>
          <p:cNvPr id="19" name="AutoShape 19">
            <a:extLst>
              <a:ext uri="{FF2B5EF4-FFF2-40B4-BE49-F238E27FC236}">
                <a16:creationId xmlns:a16="http://schemas.microsoft.com/office/drawing/2014/main" id="{33428499-FCEB-D784-0558-D40923494858}"/>
              </a:ext>
            </a:extLst>
          </p:cNvPr>
          <p:cNvSpPr/>
          <p:nvPr/>
        </p:nvSpPr>
        <p:spPr>
          <a:xfrm>
            <a:off x="16945524" y="5127407"/>
            <a:ext cx="239988" cy="262851"/>
          </a:xfrm>
          <a:prstGeom prst="rect">
            <a:avLst/>
          </a:prstGeom>
          <a:solidFill>
            <a:srgbClr val="A066CB"/>
          </a:solidFill>
        </p:spPr>
        <p:txBody>
          <a:bodyPr/>
          <a:lstStyle/>
          <a:p>
            <a:endParaRPr lang="vi-VN"/>
          </a:p>
        </p:txBody>
      </p:sp>
      <p:sp>
        <p:nvSpPr>
          <p:cNvPr id="20" name="AutoShape 20">
            <a:extLst>
              <a:ext uri="{FF2B5EF4-FFF2-40B4-BE49-F238E27FC236}">
                <a16:creationId xmlns:a16="http://schemas.microsoft.com/office/drawing/2014/main" id="{3CEE60E1-6E2F-9296-99D5-5AD68AF4C2E0}"/>
              </a:ext>
            </a:extLst>
          </p:cNvPr>
          <p:cNvSpPr/>
          <p:nvPr/>
        </p:nvSpPr>
        <p:spPr>
          <a:xfrm>
            <a:off x="0" y="-446411"/>
            <a:ext cx="13497585" cy="791631"/>
          </a:xfrm>
          <a:prstGeom prst="rect">
            <a:avLst/>
          </a:prstGeom>
          <a:solidFill>
            <a:srgbClr val="1836B2"/>
          </a:solidFill>
        </p:spPr>
        <p:txBody>
          <a:bodyPr/>
          <a:lstStyle/>
          <a:p>
            <a:endParaRPr lang="vi-VN"/>
          </a:p>
        </p:txBody>
      </p:sp>
      <p:sp>
        <p:nvSpPr>
          <p:cNvPr id="21" name="Freeform 21">
            <a:extLst>
              <a:ext uri="{FF2B5EF4-FFF2-40B4-BE49-F238E27FC236}">
                <a16:creationId xmlns:a16="http://schemas.microsoft.com/office/drawing/2014/main" id="{8C016A15-DB77-F276-C905-A9554E9ADD66}"/>
              </a:ext>
            </a:extLst>
          </p:cNvPr>
          <p:cNvSpPr/>
          <p:nvPr/>
        </p:nvSpPr>
        <p:spPr>
          <a:xfrm flipV="1">
            <a:off x="11599196" y="-1270647"/>
            <a:ext cx="5660104" cy="3231734"/>
          </a:xfrm>
          <a:custGeom>
            <a:avLst/>
            <a:gdLst/>
            <a:ahLst/>
            <a:cxnLst/>
            <a:rect l="l" t="t" r="r" b="b"/>
            <a:pathLst>
              <a:path w="5660104" h="3231734">
                <a:moveTo>
                  <a:pt x="0" y="3231733"/>
                </a:moveTo>
                <a:lnTo>
                  <a:pt x="5660104" y="3231733"/>
                </a:lnTo>
                <a:lnTo>
                  <a:pt x="5660104" y="0"/>
                </a:lnTo>
                <a:lnTo>
                  <a:pt x="0" y="0"/>
                </a:lnTo>
                <a:lnTo>
                  <a:pt x="0" y="3231733"/>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vi-VN"/>
          </a:p>
        </p:txBody>
      </p:sp>
      <p:sp>
        <p:nvSpPr>
          <p:cNvPr id="22" name="Freeform 2">
            <a:extLst>
              <a:ext uri="{FF2B5EF4-FFF2-40B4-BE49-F238E27FC236}">
                <a16:creationId xmlns:a16="http://schemas.microsoft.com/office/drawing/2014/main" id="{3E22D365-017C-0778-1E23-2D52AB382A68}"/>
              </a:ext>
            </a:extLst>
          </p:cNvPr>
          <p:cNvSpPr/>
          <p:nvPr/>
        </p:nvSpPr>
        <p:spPr>
          <a:xfrm>
            <a:off x="15239589" y="6619023"/>
            <a:ext cx="5886688" cy="5196158"/>
          </a:xfrm>
          <a:custGeom>
            <a:avLst/>
            <a:gdLst/>
            <a:ahLst/>
            <a:cxnLst/>
            <a:rect l="l" t="t" r="r" b="b"/>
            <a:pathLst>
              <a:path w="749691" h="769273">
                <a:moveTo>
                  <a:pt x="0" y="0"/>
                </a:moveTo>
                <a:lnTo>
                  <a:pt x="749691" y="0"/>
                </a:lnTo>
                <a:lnTo>
                  <a:pt x="749691" y="769273"/>
                </a:lnTo>
                <a:lnTo>
                  <a:pt x="0" y="769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vi-VN"/>
          </a:p>
        </p:txBody>
      </p:sp>
      <p:sp>
        <p:nvSpPr>
          <p:cNvPr id="23" name="AutoShape 16">
            <a:extLst>
              <a:ext uri="{FF2B5EF4-FFF2-40B4-BE49-F238E27FC236}">
                <a16:creationId xmlns:a16="http://schemas.microsoft.com/office/drawing/2014/main" id="{3C76DC18-1A39-714F-792B-942DE4FA6C04}"/>
              </a:ext>
            </a:extLst>
          </p:cNvPr>
          <p:cNvSpPr/>
          <p:nvPr/>
        </p:nvSpPr>
        <p:spPr>
          <a:xfrm>
            <a:off x="5972515" y="5046061"/>
            <a:ext cx="433935" cy="415251"/>
          </a:xfrm>
          <a:prstGeom prst="rect">
            <a:avLst/>
          </a:prstGeom>
          <a:solidFill>
            <a:srgbClr val="A066CB"/>
          </a:solidFill>
        </p:spPr>
        <p:txBody>
          <a:bodyPr/>
          <a:lstStyle/>
          <a:p>
            <a:endParaRPr lang="vi-VN"/>
          </a:p>
        </p:txBody>
      </p:sp>
      <p:sp>
        <p:nvSpPr>
          <p:cNvPr id="24" name="AutoShape 16">
            <a:extLst>
              <a:ext uri="{FF2B5EF4-FFF2-40B4-BE49-F238E27FC236}">
                <a16:creationId xmlns:a16="http://schemas.microsoft.com/office/drawing/2014/main" id="{DDF6F99A-E531-AF31-52F3-601D1611E134}"/>
              </a:ext>
            </a:extLst>
          </p:cNvPr>
          <p:cNvSpPr/>
          <p:nvPr/>
        </p:nvSpPr>
        <p:spPr>
          <a:xfrm>
            <a:off x="11816463" y="5059919"/>
            <a:ext cx="433935" cy="415251"/>
          </a:xfrm>
          <a:prstGeom prst="rect">
            <a:avLst/>
          </a:prstGeom>
          <a:solidFill>
            <a:srgbClr val="A066CB"/>
          </a:solidFill>
        </p:spPr>
        <p:txBody>
          <a:bodyPr/>
          <a:lstStyle/>
          <a:p>
            <a:endParaRPr lang="vi-VN"/>
          </a:p>
        </p:txBody>
      </p:sp>
      <p:sp>
        <p:nvSpPr>
          <p:cNvPr id="25" name="AutoShape 16">
            <a:extLst>
              <a:ext uri="{FF2B5EF4-FFF2-40B4-BE49-F238E27FC236}">
                <a16:creationId xmlns:a16="http://schemas.microsoft.com/office/drawing/2014/main" id="{FF71925F-D26A-6326-E905-F0BC42E8659F}"/>
              </a:ext>
            </a:extLst>
          </p:cNvPr>
          <p:cNvSpPr/>
          <p:nvPr/>
        </p:nvSpPr>
        <p:spPr>
          <a:xfrm>
            <a:off x="16802507" y="5024856"/>
            <a:ext cx="433935" cy="415251"/>
          </a:xfrm>
          <a:prstGeom prst="rect">
            <a:avLst/>
          </a:prstGeom>
          <a:solidFill>
            <a:srgbClr val="A066CB"/>
          </a:solidFill>
        </p:spPr>
        <p:txBody>
          <a:bodyPr/>
          <a:lstStyle/>
          <a:p>
            <a:endParaRPr lang="vi-VN"/>
          </a:p>
        </p:txBody>
      </p:sp>
      <p:sp>
        <p:nvSpPr>
          <p:cNvPr id="26" name="TextBox 25">
            <a:extLst>
              <a:ext uri="{FF2B5EF4-FFF2-40B4-BE49-F238E27FC236}">
                <a16:creationId xmlns:a16="http://schemas.microsoft.com/office/drawing/2014/main" id="{3D3E1F71-6454-3EE1-AEA2-F1DEDFB17C2D}"/>
              </a:ext>
            </a:extLst>
          </p:cNvPr>
          <p:cNvSpPr txBox="1"/>
          <p:nvPr/>
        </p:nvSpPr>
        <p:spPr>
          <a:xfrm>
            <a:off x="1066800" y="5082878"/>
            <a:ext cx="381000" cy="369332"/>
          </a:xfrm>
          <a:prstGeom prst="rect">
            <a:avLst/>
          </a:prstGeom>
          <a:noFill/>
        </p:spPr>
        <p:txBody>
          <a:bodyPr wrap="square" rtlCol="0">
            <a:spAutoFit/>
          </a:bodyPr>
          <a:lstStyle/>
          <a:p>
            <a:r>
              <a:rPr lang="en-US">
                <a:solidFill>
                  <a:schemeClr val="bg1"/>
                </a:solidFill>
              </a:rPr>
              <a:t>1</a:t>
            </a:r>
            <a:endParaRPr lang="vi-VN">
              <a:solidFill>
                <a:schemeClr val="bg1"/>
              </a:solidFill>
            </a:endParaRPr>
          </a:p>
        </p:txBody>
      </p:sp>
      <p:sp>
        <p:nvSpPr>
          <p:cNvPr id="27" name="TextBox 26">
            <a:extLst>
              <a:ext uri="{FF2B5EF4-FFF2-40B4-BE49-F238E27FC236}">
                <a16:creationId xmlns:a16="http://schemas.microsoft.com/office/drawing/2014/main" id="{1258195D-DCED-45FF-1E56-4E2CC7C66722}"/>
              </a:ext>
            </a:extLst>
          </p:cNvPr>
          <p:cNvSpPr txBox="1"/>
          <p:nvPr/>
        </p:nvSpPr>
        <p:spPr>
          <a:xfrm>
            <a:off x="6050915" y="5020926"/>
            <a:ext cx="381000" cy="369332"/>
          </a:xfrm>
          <a:prstGeom prst="rect">
            <a:avLst/>
          </a:prstGeom>
          <a:noFill/>
        </p:spPr>
        <p:txBody>
          <a:bodyPr wrap="square" rtlCol="0">
            <a:spAutoFit/>
          </a:bodyPr>
          <a:lstStyle/>
          <a:p>
            <a:r>
              <a:rPr lang="en-US">
                <a:solidFill>
                  <a:schemeClr val="bg1"/>
                </a:solidFill>
              </a:rPr>
              <a:t>2</a:t>
            </a:r>
            <a:endParaRPr lang="vi-VN">
              <a:solidFill>
                <a:schemeClr val="bg1"/>
              </a:solidFill>
            </a:endParaRPr>
          </a:p>
        </p:txBody>
      </p:sp>
      <p:sp>
        <p:nvSpPr>
          <p:cNvPr id="29" name="TextBox 28">
            <a:extLst>
              <a:ext uri="{FF2B5EF4-FFF2-40B4-BE49-F238E27FC236}">
                <a16:creationId xmlns:a16="http://schemas.microsoft.com/office/drawing/2014/main" id="{47E437CF-791E-EE67-8E19-9DF29482DE4A}"/>
              </a:ext>
            </a:extLst>
          </p:cNvPr>
          <p:cNvSpPr txBox="1"/>
          <p:nvPr/>
        </p:nvSpPr>
        <p:spPr>
          <a:xfrm>
            <a:off x="11898251" y="5082878"/>
            <a:ext cx="381000" cy="369332"/>
          </a:xfrm>
          <a:prstGeom prst="rect">
            <a:avLst/>
          </a:prstGeom>
          <a:noFill/>
        </p:spPr>
        <p:txBody>
          <a:bodyPr wrap="square" rtlCol="0">
            <a:spAutoFit/>
          </a:bodyPr>
          <a:lstStyle/>
          <a:p>
            <a:r>
              <a:rPr lang="en-US">
                <a:solidFill>
                  <a:schemeClr val="bg1"/>
                </a:solidFill>
              </a:rPr>
              <a:t>3</a:t>
            </a:r>
            <a:endParaRPr lang="vi-VN">
              <a:solidFill>
                <a:schemeClr val="bg1"/>
              </a:solidFill>
            </a:endParaRPr>
          </a:p>
        </p:txBody>
      </p:sp>
      <p:sp>
        <p:nvSpPr>
          <p:cNvPr id="30" name="TextBox 29">
            <a:extLst>
              <a:ext uri="{FF2B5EF4-FFF2-40B4-BE49-F238E27FC236}">
                <a16:creationId xmlns:a16="http://schemas.microsoft.com/office/drawing/2014/main" id="{42659B50-0A68-1000-C953-8B11790A404F}"/>
              </a:ext>
            </a:extLst>
          </p:cNvPr>
          <p:cNvSpPr txBox="1"/>
          <p:nvPr/>
        </p:nvSpPr>
        <p:spPr>
          <a:xfrm>
            <a:off x="16840200" y="5024856"/>
            <a:ext cx="381000" cy="369332"/>
          </a:xfrm>
          <a:prstGeom prst="rect">
            <a:avLst/>
          </a:prstGeom>
          <a:noFill/>
        </p:spPr>
        <p:txBody>
          <a:bodyPr wrap="square" rtlCol="0">
            <a:spAutoFit/>
          </a:bodyPr>
          <a:lstStyle/>
          <a:p>
            <a:r>
              <a:rPr lang="en-US">
                <a:solidFill>
                  <a:schemeClr val="bg1"/>
                </a:solidFill>
              </a:rPr>
              <a:t>4</a:t>
            </a:r>
            <a:endParaRPr lang="vi-VN">
              <a:solidFill>
                <a:schemeClr val="bg1"/>
              </a:solidFill>
            </a:endParaRPr>
          </a:p>
        </p:txBody>
      </p:sp>
      <p:sp>
        <p:nvSpPr>
          <p:cNvPr id="31" name="TextBox 3">
            <a:extLst>
              <a:ext uri="{FF2B5EF4-FFF2-40B4-BE49-F238E27FC236}">
                <a16:creationId xmlns:a16="http://schemas.microsoft.com/office/drawing/2014/main" id="{D3FE53DA-8BF4-D94A-D6ED-473065AC7F62}"/>
              </a:ext>
            </a:extLst>
          </p:cNvPr>
          <p:cNvSpPr txBox="1"/>
          <p:nvPr/>
        </p:nvSpPr>
        <p:spPr>
          <a:xfrm>
            <a:off x="983384" y="973382"/>
            <a:ext cx="10827615" cy="1102866"/>
          </a:xfrm>
          <a:prstGeom prst="rect">
            <a:avLst/>
          </a:prstGeom>
        </p:spPr>
        <p:txBody>
          <a:bodyPr wrap="square" lIns="0" tIns="0" rIns="0" bIns="0" rtlCol="0" anchor="t">
            <a:spAutoFit/>
          </a:bodyPr>
          <a:lstStyle/>
          <a:p>
            <a:pPr marL="0" lvl="0" indent="0" algn="l">
              <a:lnSpc>
                <a:spcPts val="8635"/>
              </a:lnSpc>
              <a:spcBef>
                <a:spcPct val="0"/>
              </a:spcBef>
            </a:pPr>
            <a:r>
              <a:rPr lang="vi-VN" sz="7850" b="1" u="none">
                <a:solidFill>
                  <a:srgbClr val="1836B2"/>
                </a:solidFill>
                <a:latin typeface="+mj-lt"/>
                <a:ea typeface="Cabin Semi-Bold"/>
                <a:cs typeface="Cabin Semi-Bold"/>
                <a:sym typeface="Cabin Semi-Bold"/>
              </a:rPr>
              <a:t>Yêu cầu phi chức năng</a:t>
            </a:r>
            <a:endParaRPr lang="en-US" sz="7850" b="1" u="none">
              <a:solidFill>
                <a:srgbClr val="1836B2"/>
              </a:solidFill>
              <a:latin typeface="+mj-lt"/>
              <a:ea typeface="Cabin Semi-Bold"/>
              <a:cs typeface="Cabin Semi-Bold"/>
              <a:sym typeface="Cabin Semi-Bold"/>
            </a:endParaRPr>
          </a:p>
        </p:txBody>
      </p:sp>
      <p:grpSp>
        <p:nvGrpSpPr>
          <p:cNvPr id="32" name="Group 2">
            <a:extLst>
              <a:ext uri="{FF2B5EF4-FFF2-40B4-BE49-F238E27FC236}">
                <a16:creationId xmlns:a16="http://schemas.microsoft.com/office/drawing/2014/main" id="{4470407C-BF68-434C-6BA5-5C594C5DA8E9}"/>
              </a:ext>
            </a:extLst>
          </p:cNvPr>
          <p:cNvGrpSpPr/>
          <p:nvPr/>
        </p:nvGrpSpPr>
        <p:grpSpPr>
          <a:xfrm>
            <a:off x="-1828800" y="7020883"/>
            <a:ext cx="4742962" cy="4392438"/>
            <a:chOff x="0" y="0"/>
            <a:chExt cx="5800804" cy="5372100"/>
          </a:xfrm>
        </p:grpSpPr>
        <p:sp>
          <p:nvSpPr>
            <p:cNvPr id="33" name="Freeform 3">
              <a:extLst>
                <a:ext uri="{FF2B5EF4-FFF2-40B4-BE49-F238E27FC236}">
                  <a16:creationId xmlns:a16="http://schemas.microsoft.com/office/drawing/2014/main" id="{30F4350F-1FFD-476E-1384-EED22C82720E}"/>
                </a:ext>
              </a:extLst>
            </p:cNvPr>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sp>
        <p:nvSpPr>
          <p:cNvPr id="5" name="Slide Number Placeholder 4">
            <a:extLst>
              <a:ext uri="{FF2B5EF4-FFF2-40B4-BE49-F238E27FC236}">
                <a16:creationId xmlns:a16="http://schemas.microsoft.com/office/drawing/2014/main" id="{80C23114-FDF8-B6BF-8B83-008F6C2CDB4B}"/>
              </a:ext>
            </a:extLst>
          </p:cNvPr>
          <p:cNvSpPr>
            <a:spLocks noGrp="1"/>
          </p:cNvSpPr>
          <p:nvPr>
            <p:ph type="sldNum" sz="quarter" idx="12"/>
          </p:nvPr>
        </p:nvSpPr>
        <p:spPr/>
        <p:txBody>
          <a:bodyPr/>
          <a:lstStyle/>
          <a:p>
            <a:fld id="{B6F15528-21DE-4FAA-801E-634DDDAF4B2B}" type="slidenum">
              <a:rPr lang="en-US" smtClean="0"/>
              <a:pPr/>
              <a:t>19</a:t>
            </a:fld>
            <a:endParaRPr lang="en-US" sz="2000"/>
          </a:p>
        </p:txBody>
      </p:sp>
    </p:spTree>
    <p:extLst>
      <p:ext uri="{BB962C8B-B14F-4D97-AF65-F5344CB8AC3E}">
        <p14:creationId xmlns:p14="http://schemas.microsoft.com/office/powerpoint/2010/main" val="1045989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AutoShape 17"/>
          <p:cNvSpPr/>
          <p:nvPr/>
        </p:nvSpPr>
        <p:spPr>
          <a:xfrm>
            <a:off x="323858" y="2207231"/>
            <a:ext cx="17700187" cy="7037294"/>
          </a:xfrm>
          <a:prstGeom prst="rect">
            <a:avLst/>
          </a:prstGeom>
          <a:solidFill>
            <a:srgbClr val="EDECED"/>
          </a:solidFill>
        </p:spPr>
        <p:txBody>
          <a:bodyPr/>
          <a:lstStyle/>
          <a:p>
            <a:endParaRPr lang="vi-VN"/>
          </a:p>
        </p:txBody>
      </p:sp>
      <p:sp>
        <p:nvSpPr>
          <p:cNvPr id="26" name="TextBox 26"/>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28" name="TextBox 27">
            <a:extLst>
              <a:ext uri="{FF2B5EF4-FFF2-40B4-BE49-F238E27FC236}">
                <a16:creationId xmlns:a16="http://schemas.microsoft.com/office/drawing/2014/main" id="{AD86C24D-37DF-302D-7196-ED88BFEC68FF}"/>
              </a:ext>
            </a:extLst>
          </p:cNvPr>
          <p:cNvSpPr txBox="1"/>
          <p:nvPr/>
        </p:nvSpPr>
        <p:spPr>
          <a:xfrm>
            <a:off x="293908" y="1534585"/>
            <a:ext cx="17730137" cy="523220"/>
          </a:xfrm>
          <a:prstGeom prst="rect">
            <a:avLst/>
          </a:prstGeom>
          <a:noFill/>
        </p:spPr>
        <p:txBody>
          <a:bodyPr wrap="square" rtlCol="0">
            <a:spAutoFit/>
          </a:bodyPr>
          <a:lstStyle/>
          <a:p>
            <a:pPr algn="just"/>
            <a:r>
              <a:rPr lang="vi-VN" sz="2800">
                <a:latin typeface="Times New Roman" panose="02020603050405020304" pitchFamily="18" charset="0"/>
                <a:cs typeface="Times New Roman" panose="02020603050405020304" pitchFamily="18" charset="0"/>
              </a:rPr>
              <a:t>Bảng Books:</a:t>
            </a:r>
          </a:p>
        </p:txBody>
      </p:sp>
      <p:sp>
        <p:nvSpPr>
          <p:cNvPr id="4" name="Slide Number Placeholder 3">
            <a:extLst>
              <a:ext uri="{FF2B5EF4-FFF2-40B4-BE49-F238E27FC236}">
                <a16:creationId xmlns:a16="http://schemas.microsoft.com/office/drawing/2014/main" id="{E8E900FB-591D-267A-4111-4E63C72D5B44}"/>
              </a:ext>
            </a:extLst>
          </p:cNvPr>
          <p:cNvSpPr>
            <a:spLocks noGrp="1"/>
          </p:cNvSpPr>
          <p:nvPr>
            <p:ph type="sldNum" sz="quarter" idx="12"/>
          </p:nvPr>
        </p:nvSpPr>
        <p:spPr/>
        <p:txBody>
          <a:bodyPr/>
          <a:lstStyle/>
          <a:p>
            <a:fld id="{B6F15528-21DE-4FAA-801E-634DDDAF4B2B}" type="slidenum">
              <a:rPr lang="en-US" smtClean="0"/>
              <a:pPr/>
              <a:t>20</a:t>
            </a:fld>
            <a:endParaRPr lang="en-US" sz="2000"/>
          </a:p>
        </p:txBody>
      </p:sp>
      <p:pic>
        <p:nvPicPr>
          <p:cNvPr id="2" name="Picture 1" descr="A screenshot of a computer&#10;&#10;AI-generated content may be incorrect.">
            <a:extLst>
              <a:ext uri="{FF2B5EF4-FFF2-40B4-BE49-F238E27FC236}">
                <a16:creationId xmlns:a16="http://schemas.microsoft.com/office/drawing/2014/main" id="{2FF5457D-2AEF-185A-CA7A-9BD7F84E9F42}"/>
              </a:ext>
            </a:extLst>
          </p:cNvPr>
          <p:cNvPicPr>
            <a:picLocks noChangeAspect="1"/>
          </p:cNvPicPr>
          <p:nvPr/>
        </p:nvPicPr>
        <p:blipFill>
          <a:blip r:embed="rId2"/>
          <a:stretch>
            <a:fillRect/>
          </a:stretch>
        </p:blipFill>
        <p:spPr>
          <a:xfrm>
            <a:off x="353809" y="2207231"/>
            <a:ext cx="17640284" cy="677687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5DC85-F952-31A8-61D3-8AD9BC66B5CA}"/>
            </a:ext>
          </a:extLst>
        </p:cNvPr>
        <p:cNvGrpSpPr/>
        <p:nvPr/>
      </p:nvGrpSpPr>
      <p:grpSpPr>
        <a:xfrm>
          <a:off x="0" y="0"/>
          <a:ext cx="0" cy="0"/>
          <a:chOff x="0" y="0"/>
          <a:chExt cx="0" cy="0"/>
        </a:xfrm>
      </p:grpSpPr>
      <p:sp>
        <p:nvSpPr>
          <p:cNvPr id="17" name="AutoShape 17">
            <a:extLst>
              <a:ext uri="{FF2B5EF4-FFF2-40B4-BE49-F238E27FC236}">
                <a16:creationId xmlns:a16="http://schemas.microsoft.com/office/drawing/2014/main" id="{C0764FA9-8A57-C4BB-0597-88980E4690D2}"/>
              </a:ext>
            </a:extLst>
          </p:cNvPr>
          <p:cNvSpPr/>
          <p:nvPr/>
        </p:nvSpPr>
        <p:spPr>
          <a:xfrm>
            <a:off x="263955" y="2057805"/>
            <a:ext cx="17700187" cy="4838295"/>
          </a:xfrm>
          <a:prstGeom prst="rect">
            <a:avLst/>
          </a:prstGeom>
          <a:solidFill>
            <a:srgbClr val="EDECED"/>
          </a:solidFill>
        </p:spPr>
        <p:txBody>
          <a:bodyPr/>
          <a:lstStyle/>
          <a:p>
            <a:endParaRPr lang="vi-VN"/>
          </a:p>
        </p:txBody>
      </p:sp>
      <p:sp>
        <p:nvSpPr>
          <p:cNvPr id="26" name="TextBox 26">
            <a:extLst>
              <a:ext uri="{FF2B5EF4-FFF2-40B4-BE49-F238E27FC236}">
                <a16:creationId xmlns:a16="http://schemas.microsoft.com/office/drawing/2014/main" id="{6581270E-BD24-559B-503A-0A3B76E47D69}"/>
              </a:ext>
            </a:extLst>
          </p:cNvPr>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7" name="Slide Number Placeholder 6">
            <a:extLst>
              <a:ext uri="{FF2B5EF4-FFF2-40B4-BE49-F238E27FC236}">
                <a16:creationId xmlns:a16="http://schemas.microsoft.com/office/drawing/2014/main" id="{B893A7DD-5F4E-6791-DFEF-F5F88272CD4E}"/>
              </a:ext>
            </a:extLst>
          </p:cNvPr>
          <p:cNvSpPr>
            <a:spLocks noGrp="1"/>
          </p:cNvSpPr>
          <p:nvPr>
            <p:ph type="sldNum" sz="quarter" idx="12"/>
          </p:nvPr>
        </p:nvSpPr>
        <p:spPr/>
        <p:txBody>
          <a:bodyPr/>
          <a:lstStyle/>
          <a:p>
            <a:fld id="{B6F15528-21DE-4FAA-801E-634DDDAF4B2B}" type="slidenum">
              <a:rPr lang="en-US" smtClean="0"/>
              <a:pPr/>
              <a:t>21</a:t>
            </a:fld>
            <a:endParaRPr lang="en-US" sz="2000"/>
          </a:p>
        </p:txBody>
      </p:sp>
      <p:sp>
        <p:nvSpPr>
          <p:cNvPr id="5" name="TextBox 4">
            <a:extLst>
              <a:ext uri="{FF2B5EF4-FFF2-40B4-BE49-F238E27FC236}">
                <a16:creationId xmlns:a16="http://schemas.microsoft.com/office/drawing/2014/main" id="{F5FA0EA8-DE69-7C75-FD27-07C293BF1467}"/>
              </a:ext>
            </a:extLst>
          </p:cNvPr>
          <p:cNvSpPr txBox="1"/>
          <p:nvPr/>
        </p:nvSpPr>
        <p:spPr>
          <a:xfrm>
            <a:off x="293908" y="1534585"/>
            <a:ext cx="17730137" cy="523220"/>
          </a:xfrm>
          <a:prstGeom prst="rect">
            <a:avLst/>
          </a:prstGeom>
          <a:noFill/>
        </p:spPr>
        <p:txBody>
          <a:bodyPr wrap="square" rtlCol="0">
            <a:spAutoFit/>
          </a:bodyPr>
          <a:lstStyle/>
          <a:p>
            <a:pPr algn="just"/>
            <a:r>
              <a:rPr lang="vi-VN" sz="2800">
                <a:latin typeface="Times New Roman" panose="02020603050405020304" pitchFamily="18" charset="0"/>
                <a:cs typeface="Times New Roman" panose="02020603050405020304" pitchFamily="18" charset="0"/>
              </a:rPr>
              <a:t>Bảng Book_reports:</a:t>
            </a:r>
          </a:p>
        </p:txBody>
      </p:sp>
      <p:pic>
        <p:nvPicPr>
          <p:cNvPr id="6" name="Picture 5" descr="A screenshot of a computer&#10;&#10;AI-generated content may be incorrect.">
            <a:extLst>
              <a:ext uri="{FF2B5EF4-FFF2-40B4-BE49-F238E27FC236}">
                <a16:creationId xmlns:a16="http://schemas.microsoft.com/office/drawing/2014/main" id="{C9C3479B-5E44-B608-6656-AD7A4BE1BAD2}"/>
              </a:ext>
            </a:extLst>
          </p:cNvPr>
          <p:cNvPicPr>
            <a:picLocks noChangeAspect="1"/>
          </p:cNvPicPr>
          <p:nvPr/>
        </p:nvPicPr>
        <p:blipFill>
          <a:blip r:embed="rId2"/>
          <a:stretch>
            <a:fillRect/>
          </a:stretch>
        </p:blipFill>
        <p:spPr>
          <a:xfrm>
            <a:off x="263955" y="2057805"/>
            <a:ext cx="17700186" cy="4838295"/>
          </a:xfrm>
          <a:prstGeom prst="rect">
            <a:avLst/>
          </a:prstGeom>
        </p:spPr>
      </p:pic>
    </p:spTree>
    <p:extLst>
      <p:ext uri="{BB962C8B-B14F-4D97-AF65-F5344CB8AC3E}">
        <p14:creationId xmlns:p14="http://schemas.microsoft.com/office/powerpoint/2010/main" val="3483453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6085D-FA84-AEE4-0443-BC2CD1B558FF}"/>
            </a:ext>
          </a:extLst>
        </p:cNvPr>
        <p:cNvGrpSpPr/>
        <p:nvPr/>
      </p:nvGrpSpPr>
      <p:grpSpPr>
        <a:xfrm>
          <a:off x="0" y="0"/>
          <a:ext cx="0" cy="0"/>
          <a:chOff x="0" y="0"/>
          <a:chExt cx="0" cy="0"/>
        </a:xfrm>
      </p:grpSpPr>
      <p:sp>
        <p:nvSpPr>
          <p:cNvPr id="17" name="AutoShape 17">
            <a:extLst>
              <a:ext uri="{FF2B5EF4-FFF2-40B4-BE49-F238E27FC236}">
                <a16:creationId xmlns:a16="http://schemas.microsoft.com/office/drawing/2014/main" id="{29901081-7CA3-4977-0B76-0AAB5A877881}"/>
              </a:ext>
            </a:extLst>
          </p:cNvPr>
          <p:cNvSpPr/>
          <p:nvPr/>
        </p:nvSpPr>
        <p:spPr>
          <a:xfrm>
            <a:off x="263955" y="2057805"/>
            <a:ext cx="17700187" cy="4838295"/>
          </a:xfrm>
          <a:prstGeom prst="rect">
            <a:avLst/>
          </a:prstGeom>
          <a:solidFill>
            <a:srgbClr val="EDECED"/>
          </a:solidFill>
        </p:spPr>
        <p:txBody>
          <a:bodyPr/>
          <a:lstStyle/>
          <a:p>
            <a:endParaRPr lang="vi-VN"/>
          </a:p>
        </p:txBody>
      </p:sp>
      <p:sp>
        <p:nvSpPr>
          <p:cNvPr id="26" name="TextBox 26">
            <a:extLst>
              <a:ext uri="{FF2B5EF4-FFF2-40B4-BE49-F238E27FC236}">
                <a16:creationId xmlns:a16="http://schemas.microsoft.com/office/drawing/2014/main" id="{CE6CB7B3-616A-EA97-ECBD-EBAEA6EE8C74}"/>
              </a:ext>
            </a:extLst>
          </p:cNvPr>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7" name="Slide Number Placeholder 6">
            <a:extLst>
              <a:ext uri="{FF2B5EF4-FFF2-40B4-BE49-F238E27FC236}">
                <a16:creationId xmlns:a16="http://schemas.microsoft.com/office/drawing/2014/main" id="{6A9A2B06-2A78-8AD8-1C37-8A6917A990D0}"/>
              </a:ext>
            </a:extLst>
          </p:cNvPr>
          <p:cNvSpPr>
            <a:spLocks noGrp="1"/>
          </p:cNvSpPr>
          <p:nvPr>
            <p:ph type="sldNum" sz="quarter" idx="12"/>
          </p:nvPr>
        </p:nvSpPr>
        <p:spPr/>
        <p:txBody>
          <a:bodyPr/>
          <a:lstStyle/>
          <a:p>
            <a:fld id="{B6F15528-21DE-4FAA-801E-634DDDAF4B2B}" type="slidenum">
              <a:rPr lang="en-US" smtClean="0"/>
              <a:pPr/>
              <a:t>22</a:t>
            </a:fld>
            <a:endParaRPr lang="en-US" sz="2000"/>
          </a:p>
        </p:txBody>
      </p:sp>
      <p:sp>
        <p:nvSpPr>
          <p:cNvPr id="5" name="TextBox 4">
            <a:extLst>
              <a:ext uri="{FF2B5EF4-FFF2-40B4-BE49-F238E27FC236}">
                <a16:creationId xmlns:a16="http://schemas.microsoft.com/office/drawing/2014/main" id="{6A04B495-E934-8EC4-73E4-37F0710AF4CF}"/>
              </a:ext>
            </a:extLst>
          </p:cNvPr>
          <p:cNvSpPr txBox="1"/>
          <p:nvPr/>
        </p:nvSpPr>
        <p:spPr>
          <a:xfrm>
            <a:off x="293908" y="1534585"/>
            <a:ext cx="17730137" cy="523220"/>
          </a:xfrm>
          <a:prstGeom prst="rect">
            <a:avLst/>
          </a:prstGeom>
          <a:noFill/>
        </p:spPr>
        <p:txBody>
          <a:bodyPr wrap="square" rtlCol="0">
            <a:spAutoFit/>
          </a:bodyPr>
          <a:lstStyle/>
          <a:p>
            <a:pPr algn="just"/>
            <a:r>
              <a:rPr lang="vi-VN" sz="2800">
                <a:latin typeface="Times New Roman" panose="02020603050405020304" pitchFamily="18" charset="0"/>
                <a:cs typeface="Times New Roman" panose="02020603050405020304" pitchFamily="18" charset="0"/>
              </a:rPr>
              <a:t>Bảng Borrows:</a:t>
            </a:r>
          </a:p>
        </p:txBody>
      </p:sp>
      <p:pic>
        <p:nvPicPr>
          <p:cNvPr id="2" name="Picture 1" descr="A screenshot of a computer&#10;&#10;AI-generated content may be incorrect.">
            <a:extLst>
              <a:ext uri="{FF2B5EF4-FFF2-40B4-BE49-F238E27FC236}">
                <a16:creationId xmlns:a16="http://schemas.microsoft.com/office/drawing/2014/main" id="{4DDD44B0-C570-F1E8-9178-2660FD572D92}"/>
              </a:ext>
            </a:extLst>
          </p:cNvPr>
          <p:cNvPicPr>
            <a:picLocks noChangeAspect="1"/>
          </p:cNvPicPr>
          <p:nvPr/>
        </p:nvPicPr>
        <p:blipFill>
          <a:blip r:embed="rId2"/>
          <a:stretch>
            <a:fillRect/>
          </a:stretch>
        </p:blipFill>
        <p:spPr>
          <a:xfrm>
            <a:off x="293378" y="2065424"/>
            <a:ext cx="17684244" cy="4830676"/>
          </a:xfrm>
          <a:prstGeom prst="rect">
            <a:avLst/>
          </a:prstGeom>
        </p:spPr>
      </p:pic>
    </p:spTree>
    <p:extLst>
      <p:ext uri="{BB962C8B-B14F-4D97-AF65-F5344CB8AC3E}">
        <p14:creationId xmlns:p14="http://schemas.microsoft.com/office/powerpoint/2010/main" val="2312912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64E4A-A514-0302-6E3E-EBE015298EB1}"/>
            </a:ext>
          </a:extLst>
        </p:cNvPr>
        <p:cNvGrpSpPr/>
        <p:nvPr/>
      </p:nvGrpSpPr>
      <p:grpSpPr>
        <a:xfrm>
          <a:off x="0" y="0"/>
          <a:ext cx="0" cy="0"/>
          <a:chOff x="0" y="0"/>
          <a:chExt cx="0" cy="0"/>
        </a:xfrm>
      </p:grpSpPr>
      <p:sp>
        <p:nvSpPr>
          <p:cNvPr id="17" name="AutoShape 17">
            <a:extLst>
              <a:ext uri="{FF2B5EF4-FFF2-40B4-BE49-F238E27FC236}">
                <a16:creationId xmlns:a16="http://schemas.microsoft.com/office/drawing/2014/main" id="{93E2A604-0F93-AD93-5DA5-773518618ADD}"/>
              </a:ext>
            </a:extLst>
          </p:cNvPr>
          <p:cNvSpPr/>
          <p:nvPr/>
        </p:nvSpPr>
        <p:spPr>
          <a:xfrm>
            <a:off x="263955" y="2057805"/>
            <a:ext cx="17700187" cy="4838295"/>
          </a:xfrm>
          <a:prstGeom prst="rect">
            <a:avLst/>
          </a:prstGeom>
          <a:solidFill>
            <a:srgbClr val="EDECED"/>
          </a:solidFill>
        </p:spPr>
        <p:txBody>
          <a:bodyPr/>
          <a:lstStyle/>
          <a:p>
            <a:endParaRPr lang="vi-VN"/>
          </a:p>
        </p:txBody>
      </p:sp>
      <p:sp>
        <p:nvSpPr>
          <p:cNvPr id="26" name="TextBox 26">
            <a:extLst>
              <a:ext uri="{FF2B5EF4-FFF2-40B4-BE49-F238E27FC236}">
                <a16:creationId xmlns:a16="http://schemas.microsoft.com/office/drawing/2014/main" id="{D9F5198F-EBAC-49B1-DE41-FF30FAFEEF46}"/>
              </a:ext>
            </a:extLst>
          </p:cNvPr>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7" name="Slide Number Placeholder 6">
            <a:extLst>
              <a:ext uri="{FF2B5EF4-FFF2-40B4-BE49-F238E27FC236}">
                <a16:creationId xmlns:a16="http://schemas.microsoft.com/office/drawing/2014/main" id="{D3AF9524-7919-B539-A0D8-750BDD315D2D}"/>
              </a:ext>
            </a:extLst>
          </p:cNvPr>
          <p:cNvSpPr>
            <a:spLocks noGrp="1"/>
          </p:cNvSpPr>
          <p:nvPr>
            <p:ph type="sldNum" sz="quarter" idx="12"/>
          </p:nvPr>
        </p:nvSpPr>
        <p:spPr/>
        <p:txBody>
          <a:bodyPr/>
          <a:lstStyle/>
          <a:p>
            <a:fld id="{B6F15528-21DE-4FAA-801E-634DDDAF4B2B}" type="slidenum">
              <a:rPr lang="en-US" smtClean="0"/>
              <a:pPr/>
              <a:t>23</a:t>
            </a:fld>
            <a:endParaRPr lang="en-US" sz="2000"/>
          </a:p>
        </p:txBody>
      </p:sp>
      <p:sp>
        <p:nvSpPr>
          <p:cNvPr id="5" name="TextBox 4">
            <a:extLst>
              <a:ext uri="{FF2B5EF4-FFF2-40B4-BE49-F238E27FC236}">
                <a16:creationId xmlns:a16="http://schemas.microsoft.com/office/drawing/2014/main" id="{A14712B8-EBAB-1394-720A-50A290E6FE32}"/>
              </a:ext>
            </a:extLst>
          </p:cNvPr>
          <p:cNvSpPr txBox="1"/>
          <p:nvPr/>
        </p:nvSpPr>
        <p:spPr>
          <a:xfrm>
            <a:off x="293908" y="1534585"/>
            <a:ext cx="17730137" cy="523220"/>
          </a:xfrm>
          <a:prstGeom prst="rect">
            <a:avLst/>
          </a:prstGeom>
          <a:noFill/>
        </p:spPr>
        <p:txBody>
          <a:bodyPr wrap="square" rtlCol="0">
            <a:spAutoFit/>
          </a:bodyPr>
          <a:lstStyle/>
          <a:p>
            <a:pPr algn="just"/>
            <a:r>
              <a:rPr lang="vi-VN" sz="2800">
                <a:latin typeface="Times New Roman" panose="02020603050405020304" pitchFamily="18" charset="0"/>
                <a:cs typeface="Times New Roman" panose="02020603050405020304" pitchFamily="18" charset="0"/>
              </a:rPr>
              <a:t>Bảng Categories:</a:t>
            </a:r>
          </a:p>
        </p:txBody>
      </p:sp>
      <p:pic>
        <p:nvPicPr>
          <p:cNvPr id="3" name="Picture 2" descr="A screenshot of a computer&#10;&#10;AI-generated content may be incorrect.">
            <a:extLst>
              <a:ext uri="{FF2B5EF4-FFF2-40B4-BE49-F238E27FC236}">
                <a16:creationId xmlns:a16="http://schemas.microsoft.com/office/drawing/2014/main" id="{866D24A9-5252-4D45-F42B-63775B83057B}"/>
              </a:ext>
            </a:extLst>
          </p:cNvPr>
          <p:cNvPicPr>
            <a:picLocks noChangeAspect="1"/>
          </p:cNvPicPr>
          <p:nvPr/>
        </p:nvPicPr>
        <p:blipFill>
          <a:blip r:embed="rId2"/>
          <a:stretch>
            <a:fillRect/>
          </a:stretch>
        </p:blipFill>
        <p:spPr>
          <a:xfrm>
            <a:off x="264485" y="2057804"/>
            <a:ext cx="17699657" cy="5536681"/>
          </a:xfrm>
          <a:prstGeom prst="rect">
            <a:avLst/>
          </a:prstGeom>
        </p:spPr>
      </p:pic>
    </p:spTree>
    <p:extLst>
      <p:ext uri="{BB962C8B-B14F-4D97-AF65-F5344CB8AC3E}">
        <p14:creationId xmlns:p14="http://schemas.microsoft.com/office/powerpoint/2010/main" val="2589321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7267B-A16B-6225-9E80-BB6F3784B581}"/>
            </a:ext>
          </a:extLst>
        </p:cNvPr>
        <p:cNvGrpSpPr/>
        <p:nvPr/>
      </p:nvGrpSpPr>
      <p:grpSpPr>
        <a:xfrm>
          <a:off x="0" y="0"/>
          <a:ext cx="0" cy="0"/>
          <a:chOff x="0" y="0"/>
          <a:chExt cx="0" cy="0"/>
        </a:xfrm>
      </p:grpSpPr>
      <p:sp>
        <p:nvSpPr>
          <p:cNvPr id="17" name="AutoShape 17">
            <a:extLst>
              <a:ext uri="{FF2B5EF4-FFF2-40B4-BE49-F238E27FC236}">
                <a16:creationId xmlns:a16="http://schemas.microsoft.com/office/drawing/2014/main" id="{DFE47EFC-DE2E-D785-BA0E-10F60120A6CD}"/>
              </a:ext>
            </a:extLst>
          </p:cNvPr>
          <p:cNvSpPr/>
          <p:nvPr/>
        </p:nvSpPr>
        <p:spPr>
          <a:xfrm>
            <a:off x="263955" y="2057805"/>
            <a:ext cx="17700187" cy="4838295"/>
          </a:xfrm>
          <a:prstGeom prst="rect">
            <a:avLst/>
          </a:prstGeom>
          <a:solidFill>
            <a:srgbClr val="EDECED"/>
          </a:solidFill>
        </p:spPr>
        <p:txBody>
          <a:bodyPr/>
          <a:lstStyle/>
          <a:p>
            <a:endParaRPr lang="vi-VN"/>
          </a:p>
        </p:txBody>
      </p:sp>
      <p:sp>
        <p:nvSpPr>
          <p:cNvPr id="26" name="TextBox 26">
            <a:extLst>
              <a:ext uri="{FF2B5EF4-FFF2-40B4-BE49-F238E27FC236}">
                <a16:creationId xmlns:a16="http://schemas.microsoft.com/office/drawing/2014/main" id="{2C904395-E055-83E6-2444-8F10B08DBA13}"/>
              </a:ext>
            </a:extLst>
          </p:cNvPr>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7" name="Slide Number Placeholder 6">
            <a:extLst>
              <a:ext uri="{FF2B5EF4-FFF2-40B4-BE49-F238E27FC236}">
                <a16:creationId xmlns:a16="http://schemas.microsoft.com/office/drawing/2014/main" id="{33297CEC-DB26-1B2A-A4BB-20C6DF7258E1}"/>
              </a:ext>
            </a:extLst>
          </p:cNvPr>
          <p:cNvSpPr>
            <a:spLocks noGrp="1"/>
          </p:cNvSpPr>
          <p:nvPr>
            <p:ph type="sldNum" sz="quarter" idx="12"/>
          </p:nvPr>
        </p:nvSpPr>
        <p:spPr/>
        <p:txBody>
          <a:bodyPr/>
          <a:lstStyle/>
          <a:p>
            <a:fld id="{B6F15528-21DE-4FAA-801E-634DDDAF4B2B}" type="slidenum">
              <a:rPr lang="en-US" smtClean="0"/>
              <a:pPr/>
              <a:t>24</a:t>
            </a:fld>
            <a:endParaRPr lang="en-US" sz="2000"/>
          </a:p>
        </p:txBody>
      </p:sp>
      <p:sp>
        <p:nvSpPr>
          <p:cNvPr id="5" name="TextBox 4">
            <a:extLst>
              <a:ext uri="{FF2B5EF4-FFF2-40B4-BE49-F238E27FC236}">
                <a16:creationId xmlns:a16="http://schemas.microsoft.com/office/drawing/2014/main" id="{526E2C4A-ACE9-EE1D-A7A0-4C53DD30AF34}"/>
              </a:ext>
            </a:extLst>
          </p:cNvPr>
          <p:cNvSpPr txBox="1"/>
          <p:nvPr/>
        </p:nvSpPr>
        <p:spPr>
          <a:xfrm>
            <a:off x="293908" y="1534585"/>
            <a:ext cx="17730137" cy="523220"/>
          </a:xfrm>
          <a:prstGeom prst="rect">
            <a:avLst/>
          </a:prstGeom>
          <a:noFill/>
        </p:spPr>
        <p:txBody>
          <a:bodyPr wrap="square" rtlCol="0">
            <a:spAutoFit/>
          </a:bodyPr>
          <a:lstStyle/>
          <a:p>
            <a:pPr algn="just"/>
            <a:r>
              <a:rPr lang="vi-VN" sz="2800">
                <a:latin typeface="Times New Roman" panose="02020603050405020304" pitchFamily="18" charset="0"/>
                <a:cs typeface="Times New Roman" panose="02020603050405020304" pitchFamily="18" charset="0"/>
              </a:rPr>
              <a:t>Bảng Fines:</a:t>
            </a:r>
          </a:p>
        </p:txBody>
      </p:sp>
      <p:pic>
        <p:nvPicPr>
          <p:cNvPr id="2" name="Picture 1" descr="A screenshot of a computer&#10;&#10;AI-generated content may be incorrect.">
            <a:extLst>
              <a:ext uri="{FF2B5EF4-FFF2-40B4-BE49-F238E27FC236}">
                <a16:creationId xmlns:a16="http://schemas.microsoft.com/office/drawing/2014/main" id="{C27AE02E-5405-FBC1-69E6-8E07DD51D2E9}"/>
              </a:ext>
            </a:extLst>
          </p:cNvPr>
          <p:cNvPicPr>
            <a:picLocks noChangeAspect="1"/>
          </p:cNvPicPr>
          <p:nvPr/>
        </p:nvPicPr>
        <p:blipFill>
          <a:blip r:embed="rId2"/>
          <a:stretch>
            <a:fillRect/>
          </a:stretch>
        </p:blipFill>
        <p:spPr>
          <a:xfrm>
            <a:off x="263955" y="2057804"/>
            <a:ext cx="17700187" cy="4838295"/>
          </a:xfrm>
          <a:prstGeom prst="rect">
            <a:avLst/>
          </a:prstGeom>
        </p:spPr>
      </p:pic>
    </p:spTree>
    <p:extLst>
      <p:ext uri="{BB962C8B-B14F-4D97-AF65-F5344CB8AC3E}">
        <p14:creationId xmlns:p14="http://schemas.microsoft.com/office/powerpoint/2010/main" val="2199440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45989-CFBF-DFBA-EA6D-6CD36D8F6BBE}"/>
            </a:ext>
          </a:extLst>
        </p:cNvPr>
        <p:cNvGrpSpPr/>
        <p:nvPr/>
      </p:nvGrpSpPr>
      <p:grpSpPr>
        <a:xfrm>
          <a:off x="0" y="0"/>
          <a:ext cx="0" cy="0"/>
          <a:chOff x="0" y="0"/>
          <a:chExt cx="0" cy="0"/>
        </a:xfrm>
      </p:grpSpPr>
      <p:sp>
        <p:nvSpPr>
          <p:cNvPr id="17" name="AutoShape 17">
            <a:extLst>
              <a:ext uri="{FF2B5EF4-FFF2-40B4-BE49-F238E27FC236}">
                <a16:creationId xmlns:a16="http://schemas.microsoft.com/office/drawing/2014/main" id="{0EB73117-C820-C846-2284-45111BCB2C18}"/>
              </a:ext>
            </a:extLst>
          </p:cNvPr>
          <p:cNvSpPr/>
          <p:nvPr/>
        </p:nvSpPr>
        <p:spPr>
          <a:xfrm>
            <a:off x="263955" y="2057805"/>
            <a:ext cx="17700187" cy="4838295"/>
          </a:xfrm>
          <a:prstGeom prst="rect">
            <a:avLst/>
          </a:prstGeom>
          <a:solidFill>
            <a:srgbClr val="EDECED"/>
          </a:solidFill>
        </p:spPr>
        <p:txBody>
          <a:bodyPr/>
          <a:lstStyle/>
          <a:p>
            <a:endParaRPr lang="vi-VN"/>
          </a:p>
        </p:txBody>
      </p:sp>
      <p:sp>
        <p:nvSpPr>
          <p:cNvPr id="26" name="TextBox 26">
            <a:extLst>
              <a:ext uri="{FF2B5EF4-FFF2-40B4-BE49-F238E27FC236}">
                <a16:creationId xmlns:a16="http://schemas.microsoft.com/office/drawing/2014/main" id="{626B9623-4ABA-C5D0-42DD-A9E734037F4E}"/>
              </a:ext>
            </a:extLst>
          </p:cNvPr>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7" name="Slide Number Placeholder 6">
            <a:extLst>
              <a:ext uri="{FF2B5EF4-FFF2-40B4-BE49-F238E27FC236}">
                <a16:creationId xmlns:a16="http://schemas.microsoft.com/office/drawing/2014/main" id="{7FF4FEC5-E98E-08DA-BF33-027D1AE6BDF7}"/>
              </a:ext>
            </a:extLst>
          </p:cNvPr>
          <p:cNvSpPr>
            <a:spLocks noGrp="1"/>
          </p:cNvSpPr>
          <p:nvPr>
            <p:ph type="sldNum" sz="quarter" idx="12"/>
          </p:nvPr>
        </p:nvSpPr>
        <p:spPr/>
        <p:txBody>
          <a:bodyPr/>
          <a:lstStyle/>
          <a:p>
            <a:fld id="{B6F15528-21DE-4FAA-801E-634DDDAF4B2B}" type="slidenum">
              <a:rPr lang="en-US" smtClean="0"/>
              <a:pPr/>
              <a:t>25</a:t>
            </a:fld>
            <a:endParaRPr lang="en-US" sz="2000"/>
          </a:p>
        </p:txBody>
      </p:sp>
      <p:sp>
        <p:nvSpPr>
          <p:cNvPr id="5" name="TextBox 4">
            <a:extLst>
              <a:ext uri="{FF2B5EF4-FFF2-40B4-BE49-F238E27FC236}">
                <a16:creationId xmlns:a16="http://schemas.microsoft.com/office/drawing/2014/main" id="{5134C3D5-E2AD-21A6-CD7E-DFADF550ABE6}"/>
              </a:ext>
            </a:extLst>
          </p:cNvPr>
          <p:cNvSpPr txBox="1"/>
          <p:nvPr/>
        </p:nvSpPr>
        <p:spPr>
          <a:xfrm>
            <a:off x="293908" y="1534585"/>
            <a:ext cx="17730137" cy="523220"/>
          </a:xfrm>
          <a:prstGeom prst="rect">
            <a:avLst/>
          </a:prstGeom>
          <a:noFill/>
        </p:spPr>
        <p:txBody>
          <a:bodyPr wrap="square" rtlCol="0">
            <a:spAutoFit/>
          </a:bodyPr>
          <a:lstStyle/>
          <a:p>
            <a:pPr algn="just"/>
            <a:r>
              <a:rPr lang="vi-VN" sz="2800">
                <a:latin typeface="Times New Roman" panose="02020603050405020304" pitchFamily="18" charset="0"/>
                <a:cs typeface="Times New Roman" panose="02020603050405020304" pitchFamily="18" charset="0"/>
              </a:rPr>
              <a:t>Bảng Notifications:</a:t>
            </a:r>
          </a:p>
        </p:txBody>
      </p:sp>
      <p:pic>
        <p:nvPicPr>
          <p:cNvPr id="3" name="Picture 2" descr="A screenshot of a computer&#10;&#10;AI-generated content may be incorrect.">
            <a:extLst>
              <a:ext uri="{FF2B5EF4-FFF2-40B4-BE49-F238E27FC236}">
                <a16:creationId xmlns:a16="http://schemas.microsoft.com/office/drawing/2014/main" id="{AEFABEF9-6954-C963-E910-5252F28CF97D}"/>
              </a:ext>
            </a:extLst>
          </p:cNvPr>
          <p:cNvPicPr>
            <a:picLocks noChangeAspect="1"/>
          </p:cNvPicPr>
          <p:nvPr/>
        </p:nvPicPr>
        <p:blipFill>
          <a:blip r:embed="rId2"/>
          <a:stretch>
            <a:fillRect/>
          </a:stretch>
        </p:blipFill>
        <p:spPr>
          <a:xfrm>
            <a:off x="293908" y="2057804"/>
            <a:ext cx="17670234" cy="7319223"/>
          </a:xfrm>
          <a:prstGeom prst="rect">
            <a:avLst/>
          </a:prstGeom>
        </p:spPr>
      </p:pic>
    </p:spTree>
    <p:extLst>
      <p:ext uri="{BB962C8B-B14F-4D97-AF65-F5344CB8AC3E}">
        <p14:creationId xmlns:p14="http://schemas.microsoft.com/office/powerpoint/2010/main" val="10990109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236EE-4455-A4B7-B793-E0CACE089CB0}"/>
            </a:ext>
          </a:extLst>
        </p:cNvPr>
        <p:cNvGrpSpPr/>
        <p:nvPr/>
      </p:nvGrpSpPr>
      <p:grpSpPr>
        <a:xfrm>
          <a:off x="0" y="0"/>
          <a:ext cx="0" cy="0"/>
          <a:chOff x="0" y="0"/>
          <a:chExt cx="0" cy="0"/>
        </a:xfrm>
      </p:grpSpPr>
      <p:sp>
        <p:nvSpPr>
          <p:cNvPr id="17" name="AutoShape 17">
            <a:extLst>
              <a:ext uri="{FF2B5EF4-FFF2-40B4-BE49-F238E27FC236}">
                <a16:creationId xmlns:a16="http://schemas.microsoft.com/office/drawing/2014/main" id="{1AACE5B8-C53F-1300-1247-F350E6BAE9F2}"/>
              </a:ext>
            </a:extLst>
          </p:cNvPr>
          <p:cNvSpPr/>
          <p:nvPr/>
        </p:nvSpPr>
        <p:spPr>
          <a:xfrm>
            <a:off x="263955" y="2057805"/>
            <a:ext cx="17700187" cy="4838295"/>
          </a:xfrm>
          <a:prstGeom prst="rect">
            <a:avLst/>
          </a:prstGeom>
          <a:solidFill>
            <a:srgbClr val="EDECED"/>
          </a:solidFill>
        </p:spPr>
        <p:txBody>
          <a:bodyPr/>
          <a:lstStyle/>
          <a:p>
            <a:endParaRPr lang="vi-VN"/>
          </a:p>
        </p:txBody>
      </p:sp>
      <p:sp>
        <p:nvSpPr>
          <p:cNvPr id="26" name="TextBox 26">
            <a:extLst>
              <a:ext uri="{FF2B5EF4-FFF2-40B4-BE49-F238E27FC236}">
                <a16:creationId xmlns:a16="http://schemas.microsoft.com/office/drawing/2014/main" id="{FC9DF5D8-7AE9-6263-2070-7D18D513240E}"/>
              </a:ext>
            </a:extLst>
          </p:cNvPr>
          <p:cNvSpPr txBox="1"/>
          <p:nvPr/>
        </p:nvSpPr>
        <p:spPr>
          <a:xfrm>
            <a:off x="581369" y="514551"/>
            <a:ext cx="10447175" cy="1021267"/>
          </a:xfrm>
          <a:prstGeom prst="rect">
            <a:avLst/>
          </a:prstGeom>
        </p:spPr>
        <p:txBody>
          <a:bodyPr lIns="0" tIns="0" rIns="0" bIns="0" rtlCol="0" anchor="t">
            <a:spAutoFit/>
          </a:bodyPr>
          <a:lstStyle/>
          <a:p>
            <a:pPr marL="0" lvl="0" indent="0" algn="l">
              <a:lnSpc>
                <a:spcPts val="7727"/>
              </a:lnSpc>
              <a:spcBef>
                <a:spcPct val="0"/>
              </a:spcBef>
            </a:pPr>
            <a:r>
              <a:rPr lang="vi-VN" sz="7025" b="1" u="none">
                <a:solidFill>
                  <a:srgbClr val="1836B2"/>
                </a:solidFill>
                <a:latin typeface="Times New Roman" panose="02020603050405020304" pitchFamily="18" charset="0"/>
                <a:ea typeface="Cabin Semi-Bold"/>
                <a:cs typeface="Times New Roman" panose="02020603050405020304" pitchFamily="18" charset="0"/>
                <a:sym typeface="Cabin Semi-Bold"/>
              </a:rPr>
              <a:t>Dữ liệu thử nghiệm</a:t>
            </a:r>
            <a:endParaRPr lang="en-US" sz="7025" b="1" u="none">
              <a:solidFill>
                <a:srgbClr val="1836B2"/>
              </a:solidFill>
              <a:latin typeface="Times New Roman" panose="02020603050405020304" pitchFamily="18" charset="0"/>
              <a:ea typeface="Cabin Semi-Bold"/>
              <a:cs typeface="Times New Roman" panose="02020603050405020304" pitchFamily="18" charset="0"/>
              <a:sym typeface="Cabin Semi-Bold"/>
            </a:endParaRPr>
          </a:p>
        </p:txBody>
      </p:sp>
      <p:sp>
        <p:nvSpPr>
          <p:cNvPr id="7" name="Slide Number Placeholder 6">
            <a:extLst>
              <a:ext uri="{FF2B5EF4-FFF2-40B4-BE49-F238E27FC236}">
                <a16:creationId xmlns:a16="http://schemas.microsoft.com/office/drawing/2014/main" id="{DA49CAE5-9626-5046-1EA6-6A81E457BB80}"/>
              </a:ext>
            </a:extLst>
          </p:cNvPr>
          <p:cNvSpPr>
            <a:spLocks noGrp="1"/>
          </p:cNvSpPr>
          <p:nvPr>
            <p:ph type="sldNum" sz="quarter" idx="12"/>
          </p:nvPr>
        </p:nvSpPr>
        <p:spPr/>
        <p:txBody>
          <a:bodyPr/>
          <a:lstStyle/>
          <a:p>
            <a:fld id="{B6F15528-21DE-4FAA-801E-634DDDAF4B2B}" type="slidenum">
              <a:rPr lang="en-US" smtClean="0"/>
              <a:pPr/>
              <a:t>26</a:t>
            </a:fld>
            <a:endParaRPr lang="en-US" sz="2000"/>
          </a:p>
        </p:txBody>
      </p:sp>
      <p:sp>
        <p:nvSpPr>
          <p:cNvPr id="5" name="TextBox 4">
            <a:extLst>
              <a:ext uri="{FF2B5EF4-FFF2-40B4-BE49-F238E27FC236}">
                <a16:creationId xmlns:a16="http://schemas.microsoft.com/office/drawing/2014/main" id="{EFCBBB81-71B6-5C89-EB07-0B62681DA334}"/>
              </a:ext>
            </a:extLst>
          </p:cNvPr>
          <p:cNvSpPr txBox="1"/>
          <p:nvPr/>
        </p:nvSpPr>
        <p:spPr>
          <a:xfrm>
            <a:off x="293908" y="1534585"/>
            <a:ext cx="17730137" cy="523220"/>
          </a:xfrm>
          <a:prstGeom prst="rect">
            <a:avLst/>
          </a:prstGeom>
          <a:noFill/>
        </p:spPr>
        <p:txBody>
          <a:bodyPr wrap="square" rtlCol="0">
            <a:spAutoFit/>
          </a:bodyPr>
          <a:lstStyle/>
          <a:p>
            <a:pPr algn="just"/>
            <a:r>
              <a:rPr lang="vi-VN" sz="2800">
                <a:latin typeface="Times New Roman" panose="02020603050405020304" pitchFamily="18" charset="0"/>
                <a:cs typeface="Times New Roman" panose="02020603050405020304" pitchFamily="18" charset="0"/>
              </a:rPr>
              <a:t>Bảng Users:</a:t>
            </a:r>
          </a:p>
        </p:txBody>
      </p:sp>
      <p:pic>
        <p:nvPicPr>
          <p:cNvPr id="2" name="Picture 1" descr="A screenshot of a computer&#10;&#10;AI-generated content may be incorrect.">
            <a:extLst>
              <a:ext uri="{FF2B5EF4-FFF2-40B4-BE49-F238E27FC236}">
                <a16:creationId xmlns:a16="http://schemas.microsoft.com/office/drawing/2014/main" id="{414B06B3-487D-9DBE-C606-F164D943FCE5}"/>
              </a:ext>
            </a:extLst>
          </p:cNvPr>
          <p:cNvPicPr>
            <a:picLocks noChangeAspect="1"/>
          </p:cNvPicPr>
          <p:nvPr/>
        </p:nvPicPr>
        <p:blipFill>
          <a:blip r:embed="rId2"/>
          <a:stretch>
            <a:fillRect/>
          </a:stretch>
        </p:blipFill>
        <p:spPr>
          <a:xfrm>
            <a:off x="263955" y="2057805"/>
            <a:ext cx="17741084" cy="4838295"/>
          </a:xfrm>
          <a:prstGeom prst="rect">
            <a:avLst/>
          </a:prstGeom>
        </p:spPr>
      </p:pic>
    </p:spTree>
    <p:extLst>
      <p:ext uri="{BB962C8B-B14F-4D97-AF65-F5344CB8AC3E}">
        <p14:creationId xmlns:p14="http://schemas.microsoft.com/office/powerpoint/2010/main" val="795694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553E8-3F43-7C48-735E-D29E7AF9B79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3234BB2-47A7-064B-DE90-10CD398B5545}"/>
              </a:ext>
            </a:extLst>
          </p:cNvPr>
          <p:cNvSpPr txBox="1"/>
          <p:nvPr/>
        </p:nvSpPr>
        <p:spPr>
          <a:xfrm>
            <a:off x="1524000" y="4361320"/>
            <a:ext cx="13335000" cy="1090042"/>
          </a:xfrm>
          <a:prstGeom prst="rect">
            <a:avLst/>
          </a:prstGeom>
        </p:spPr>
        <p:txBody>
          <a:bodyPr wrap="square" lIns="0" tIns="0" rIns="0" bIns="0" rtlCol="0" anchor="t">
            <a:spAutoFit/>
          </a:bodyPr>
          <a:lstStyle/>
          <a:p>
            <a:pPr marL="0" lvl="0" indent="0" algn="l">
              <a:lnSpc>
                <a:spcPts val="8470"/>
              </a:lnSpc>
              <a:spcBef>
                <a:spcPct val="0"/>
              </a:spcBef>
            </a:pPr>
            <a:r>
              <a:rPr lang="en-US" sz="7700" b="1">
                <a:solidFill>
                  <a:srgbClr val="1836B2"/>
                </a:solidFill>
                <a:latin typeface="Arial" panose="020B0604020202020204" pitchFamily="34" charset="0"/>
                <a:ea typeface="Cabin Semi-Bold"/>
                <a:cs typeface="Arial" panose="020B0604020202020204" pitchFamily="34" charset="0"/>
                <a:sym typeface="Cabin Semi-Bold"/>
              </a:rPr>
              <a:t>4.Kết quả nghiên cứu</a:t>
            </a:r>
          </a:p>
        </p:txBody>
      </p:sp>
      <p:sp>
        <p:nvSpPr>
          <p:cNvPr id="11" name="Slide Number Placeholder 10">
            <a:extLst>
              <a:ext uri="{FF2B5EF4-FFF2-40B4-BE49-F238E27FC236}">
                <a16:creationId xmlns:a16="http://schemas.microsoft.com/office/drawing/2014/main" id="{AA565A72-2B1D-F347-C470-1E3AA1210F4B}"/>
              </a:ext>
            </a:extLst>
          </p:cNvPr>
          <p:cNvSpPr>
            <a:spLocks noGrp="1"/>
          </p:cNvSpPr>
          <p:nvPr>
            <p:ph type="sldNum" sz="quarter" idx="12"/>
          </p:nvPr>
        </p:nvSpPr>
        <p:spPr/>
        <p:txBody>
          <a:bodyPr/>
          <a:lstStyle/>
          <a:p>
            <a:fld id="{B6F15528-21DE-4FAA-801E-634DDDAF4B2B}" type="slidenum">
              <a:rPr lang="en-US" smtClean="0"/>
              <a:pPr/>
              <a:t>27</a:t>
            </a:fld>
            <a:endParaRPr lang="en-US" sz="2000"/>
          </a:p>
        </p:txBody>
      </p:sp>
      <p:sp>
        <p:nvSpPr>
          <p:cNvPr id="7" name="Freeform 4">
            <a:extLst>
              <a:ext uri="{FF2B5EF4-FFF2-40B4-BE49-F238E27FC236}">
                <a16:creationId xmlns:a16="http://schemas.microsoft.com/office/drawing/2014/main" id="{596B020C-9697-EADD-8DB2-5652149C53E9}"/>
              </a:ext>
            </a:extLst>
          </p:cNvPr>
          <p:cNvSpPr/>
          <p:nvPr/>
        </p:nvSpPr>
        <p:spPr>
          <a:xfrm rot="1841385" flipV="1">
            <a:off x="-2164306" y="8542308"/>
            <a:ext cx="7649283" cy="436748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vi-VN"/>
          </a:p>
        </p:txBody>
      </p:sp>
      <p:grpSp>
        <p:nvGrpSpPr>
          <p:cNvPr id="8" name="Group 3">
            <a:extLst>
              <a:ext uri="{FF2B5EF4-FFF2-40B4-BE49-F238E27FC236}">
                <a16:creationId xmlns:a16="http://schemas.microsoft.com/office/drawing/2014/main" id="{CE9CB98B-B57C-9483-2088-8632BB5EC5BA}"/>
              </a:ext>
            </a:extLst>
          </p:cNvPr>
          <p:cNvGrpSpPr/>
          <p:nvPr/>
        </p:nvGrpSpPr>
        <p:grpSpPr>
          <a:xfrm>
            <a:off x="14020800" y="-1623261"/>
            <a:ext cx="9942364" cy="11050037"/>
            <a:chOff x="0" y="0"/>
            <a:chExt cx="13256485" cy="14733382"/>
          </a:xfrm>
        </p:grpSpPr>
        <p:sp>
          <p:nvSpPr>
            <p:cNvPr id="9" name="Freeform 4">
              <a:extLst>
                <a:ext uri="{FF2B5EF4-FFF2-40B4-BE49-F238E27FC236}">
                  <a16:creationId xmlns:a16="http://schemas.microsoft.com/office/drawing/2014/main" id="{347714E9-9CCB-FCAB-C14B-DCDE9FE399D4}"/>
                </a:ext>
              </a:extLst>
            </p:cNvPr>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vi-VN"/>
            </a:p>
          </p:txBody>
        </p:sp>
        <p:grpSp>
          <p:nvGrpSpPr>
            <p:cNvPr id="10" name="Group 5">
              <a:extLst>
                <a:ext uri="{FF2B5EF4-FFF2-40B4-BE49-F238E27FC236}">
                  <a16:creationId xmlns:a16="http://schemas.microsoft.com/office/drawing/2014/main" id="{6B231D56-643B-3F4D-1498-6A31B4437D29}"/>
                </a:ext>
              </a:extLst>
            </p:cNvPr>
            <p:cNvGrpSpPr/>
            <p:nvPr/>
          </p:nvGrpSpPr>
          <p:grpSpPr>
            <a:xfrm rot="-10800000">
              <a:off x="2235200" y="2678891"/>
              <a:ext cx="11021285" cy="12054491"/>
              <a:chOff x="-53270" y="372112"/>
              <a:chExt cx="4911651" cy="5372100"/>
            </a:xfrm>
          </p:grpSpPr>
          <p:sp>
            <p:nvSpPr>
              <p:cNvPr id="12" name="Freeform 6">
                <a:extLst>
                  <a:ext uri="{FF2B5EF4-FFF2-40B4-BE49-F238E27FC236}">
                    <a16:creationId xmlns:a16="http://schemas.microsoft.com/office/drawing/2014/main" id="{A441DA70-8C3B-E2B0-F583-841EA02F647E}"/>
                  </a:ext>
                </a:extLst>
              </p:cNvPr>
              <p:cNvSpPr/>
              <p:nvPr/>
            </p:nvSpPr>
            <p:spPr>
              <a:xfrm>
                <a:off x="-53270" y="372112"/>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spTree>
    <p:extLst>
      <p:ext uri="{BB962C8B-B14F-4D97-AF65-F5344CB8AC3E}">
        <p14:creationId xmlns:p14="http://schemas.microsoft.com/office/powerpoint/2010/main" val="1850852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411E0-D240-4780-6805-964DA5F74AA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CE5410F-EBA8-5C99-48AE-89FF9B14AC7A}"/>
              </a:ext>
            </a:extLst>
          </p:cNvPr>
          <p:cNvSpPr txBox="1"/>
          <p:nvPr/>
        </p:nvSpPr>
        <p:spPr>
          <a:xfrm>
            <a:off x="1524000" y="4361320"/>
            <a:ext cx="14173200" cy="2180084"/>
          </a:xfrm>
          <a:prstGeom prst="rect">
            <a:avLst/>
          </a:prstGeom>
        </p:spPr>
        <p:txBody>
          <a:bodyPr wrap="square" lIns="0" tIns="0" rIns="0" bIns="0" rtlCol="0" anchor="t">
            <a:spAutoFit/>
          </a:bodyPr>
          <a:lstStyle/>
          <a:p>
            <a:pPr lvl="0">
              <a:lnSpc>
                <a:spcPts val="8470"/>
              </a:lnSpc>
              <a:spcBef>
                <a:spcPct val="0"/>
              </a:spcBef>
            </a:pPr>
            <a:r>
              <a:rPr lang="vi-VN" sz="7700" b="1">
                <a:solidFill>
                  <a:srgbClr val="1836B2"/>
                </a:solidFill>
                <a:ea typeface="Cabin Semi-Bold"/>
                <a:cs typeface="Cabin Semi-Bold"/>
                <a:sym typeface="Cabin Semi-Bold"/>
              </a:rPr>
              <a:t>5.Kết luận và Phương hướng phát triển</a:t>
            </a:r>
            <a:endParaRPr lang="en-US" sz="7700" b="1">
              <a:solidFill>
                <a:srgbClr val="1836B2"/>
              </a:solidFill>
              <a:latin typeface="Arial" panose="020B0604020202020204" pitchFamily="34" charset="0"/>
              <a:ea typeface="Cabin Semi-Bold"/>
              <a:cs typeface="Arial" panose="020B0604020202020204" pitchFamily="34" charset="0"/>
              <a:sym typeface="Cabin Semi-Bold"/>
            </a:endParaRPr>
          </a:p>
        </p:txBody>
      </p:sp>
      <p:sp>
        <p:nvSpPr>
          <p:cNvPr id="11" name="Slide Number Placeholder 10">
            <a:extLst>
              <a:ext uri="{FF2B5EF4-FFF2-40B4-BE49-F238E27FC236}">
                <a16:creationId xmlns:a16="http://schemas.microsoft.com/office/drawing/2014/main" id="{FBC7747B-A3B4-3707-B092-761A8BC8BDB6}"/>
              </a:ext>
            </a:extLst>
          </p:cNvPr>
          <p:cNvSpPr>
            <a:spLocks noGrp="1"/>
          </p:cNvSpPr>
          <p:nvPr>
            <p:ph type="sldNum" sz="quarter" idx="12"/>
          </p:nvPr>
        </p:nvSpPr>
        <p:spPr/>
        <p:txBody>
          <a:bodyPr/>
          <a:lstStyle/>
          <a:p>
            <a:fld id="{B6F15528-21DE-4FAA-801E-634DDDAF4B2B}" type="slidenum">
              <a:rPr lang="en-US" smtClean="0"/>
              <a:pPr/>
              <a:t>28</a:t>
            </a:fld>
            <a:endParaRPr lang="en-US" sz="2000"/>
          </a:p>
        </p:txBody>
      </p:sp>
      <p:sp>
        <p:nvSpPr>
          <p:cNvPr id="7" name="Freeform 4">
            <a:extLst>
              <a:ext uri="{FF2B5EF4-FFF2-40B4-BE49-F238E27FC236}">
                <a16:creationId xmlns:a16="http://schemas.microsoft.com/office/drawing/2014/main" id="{424D0CA6-6EFC-2520-8FB6-B6BB332FE30B}"/>
              </a:ext>
            </a:extLst>
          </p:cNvPr>
          <p:cNvSpPr/>
          <p:nvPr/>
        </p:nvSpPr>
        <p:spPr>
          <a:xfrm rot="1841385" flipV="1">
            <a:off x="-2164306" y="8542308"/>
            <a:ext cx="7649283" cy="436748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vi-VN"/>
          </a:p>
        </p:txBody>
      </p:sp>
      <p:grpSp>
        <p:nvGrpSpPr>
          <p:cNvPr id="8" name="Group 3">
            <a:extLst>
              <a:ext uri="{FF2B5EF4-FFF2-40B4-BE49-F238E27FC236}">
                <a16:creationId xmlns:a16="http://schemas.microsoft.com/office/drawing/2014/main" id="{F3251B43-BA72-89F1-628C-458F9FFEAEE1}"/>
              </a:ext>
            </a:extLst>
          </p:cNvPr>
          <p:cNvGrpSpPr/>
          <p:nvPr/>
        </p:nvGrpSpPr>
        <p:grpSpPr>
          <a:xfrm>
            <a:off x="14020800" y="-1623261"/>
            <a:ext cx="9942364" cy="11050037"/>
            <a:chOff x="0" y="0"/>
            <a:chExt cx="13256485" cy="14733382"/>
          </a:xfrm>
        </p:grpSpPr>
        <p:sp>
          <p:nvSpPr>
            <p:cNvPr id="9" name="Freeform 4">
              <a:extLst>
                <a:ext uri="{FF2B5EF4-FFF2-40B4-BE49-F238E27FC236}">
                  <a16:creationId xmlns:a16="http://schemas.microsoft.com/office/drawing/2014/main" id="{DD9A3DA3-E434-F918-423D-705A9E96D9A5}"/>
                </a:ext>
              </a:extLst>
            </p:cNvPr>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vi-VN"/>
            </a:p>
          </p:txBody>
        </p:sp>
        <p:grpSp>
          <p:nvGrpSpPr>
            <p:cNvPr id="10" name="Group 5">
              <a:extLst>
                <a:ext uri="{FF2B5EF4-FFF2-40B4-BE49-F238E27FC236}">
                  <a16:creationId xmlns:a16="http://schemas.microsoft.com/office/drawing/2014/main" id="{6F8BB034-8F70-BCC0-F261-C497B1AE5DFA}"/>
                </a:ext>
              </a:extLst>
            </p:cNvPr>
            <p:cNvGrpSpPr/>
            <p:nvPr/>
          </p:nvGrpSpPr>
          <p:grpSpPr>
            <a:xfrm rot="-10800000">
              <a:off x="2235200" y="2678891"/>
              <a:ext cx="11021285" cy="12054491"/>
              <a:chOff x="-53270" y="372112"/>
              <a:chExt cx="4911651" cy="5372100"/>
            </a:xfrm>
          </p:grpSpPr>
          <p:sp>
            <p:nvSpPr>
              <p:cNvPr id="12" name="Freeform 6">
                <a:extLst>
                  <a:ext uri="{FF2B5EF4-FFF2-40B4-BE49-F238E27FC236}">
                    <a16:creationId xmlns:a16="http://schemas.microsoft.com/office/drawing/2014/main" id="{723EA2D0-4E9C-CC26-B724-D2C555D50764}"/>
                  </a:ext>
                </a:extLst>
              </p:cNvPr>
              <p:cNvSpPr/>
              <p:nvPr/>
            </p:nvSpPr>
            <p:spPr>
              <a:xfrm>
                <a:off x="-53270" y="372112"/>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spTree>
    <p:extLst>
      <p:ext uri="{BB962C8B-B14F-4D97-AF65-F5344CB8AC3E}">
        <p14:creationId xmlns:p14="http://schemas.microsoft.com/office/powerpoint/2010/main" val="3287659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73353-AE97-3794-4DF8-A2BCE8BB1A75}"/>
            </a:ext>
          </a:extLst>
        </p:cNvPr>
        <p:cNvGrpSpPr/>
        <p:nvPr/>
      </p:nvGrpSpPr>
      <p:grpSpPr>
        <a:xfrm>
          <a:off x="0" y="0"/>
          <a:ext cx="0" cy="0"/>
          <a:chOff x="0" y="0"/>
          <a:chExt cx="0" cy="0"/>
        </a:xfrm>
      </p:grpSpPr>
      <p:sp>
        <p:nvSpPr>
          <p:cNvPr id="27" name="TextBox 27">
            <a:extLst>
              <a:ext uri="{FF2B5EF4-FFF2-40B4-BE49-F238E27FC236}">
                <a16:creationId xmlns:a16="http://schemas.microsoft.com/office/drawing/2014/main" id="{B51128AE-9AFE-D91A-92DC-FFC724CC4B7F}"/>
              </a:ext>
            </a:extLst>
          </p:cNvPr>
          <p:cNvSpPr txBox="1"/>
          <p:nvPr/>
        </p:nvSpPr>
        <p:spPr>
          <a:xfrm>
            <a:off x="1059218" y="991667"/>
            <a:ext cx="16847782" cy="1073307"/>
          </a:xfrm>
          <a:prstGeom prst="rect">
            <a:avLst/>
          </a:prstGeom>
        </p:spPr>
        <p:txBody>
          <a:bodyPr wrap="square" lIns="0" tIns="0" rIns="0" bIns="0" rtlCol="0" anchor="t">
            <a:spAutoFit/>
          </a:bodyPr>
          <a:lstStyle/>
          <a:p>
            <a:pPr marL="0" lvl="0" indent="0" algn="l">
              <a:lnSpc>
                <a:spcPts val="8717"/>
              </a:lnSpc>
              <a:spcBef>
                <a:spcPct val="0"/>
              </a:spcBef>
            </a:pPr>
            <a:r>
              <a:rPr lang="vi-VN" sz="7200" b="1" u="none">
                <a:solidFill>
                  <a:srgbClr val="1836B2"/>
                </a:solidFill>
                <a:ea typeface="Cabin Semi-Bold"/>
                <a:cs typeface="Cabin Semi-Bold"/>
                <a:sym typeface="Cabin Semi-Bold"/>
              </a:rPr>
              <a:t>Kết luận và Phương hướng phát triển</a:t>
            </a:r>
            <a:endParaRPr lang="en-US" sz="7200" b="1" u="none">
              <a:solidFill>
                <a:srgbClr val="1836B2"/>
              </a:solidFill>
              <a:ea typeface="Cabin Semi-Bold"/>
              <a:cs typeface="Cabin Semi-Bold"/>
              <a:sym typeface="Cabin Semi-Bold"/>
            </a:endParaRPr>
          </a:p>
        </p:txBody>
      </p:sp>
      <p:sp>
        <p:nvSpPr>
          <p:cNvPr id="4" name="TextBox 3">
            <a:extLst>
              <a:ext uri="{FF2B5EF4-FFF2-40B4-BE49-F238E27FC236}">
                <a16:creationId xmlns:a16="http://schemas.microsoft.com/office/drawing/2014/main" id="{A03D4972-5B6A-CFCB-4E59-9C3672A75E7C}"/>
              </a:ext>
            </a:extLst>
          </p:cNvPr>
          <p:cNvSpPr txBox="1"/>
          <p:nvPr/>
        </p:nvSpPr>
        <p:spPr>
          <a:xfrm>
            <a:off x="1447800" y="3527855"/>
            <a:ext cx="16245840" cy="3539430"/>
          </a:xfrm>
          <a:prstGeom prst="rect">
            <a:avLst/>
          </a:prstGeom>
          <a:noFill/>
        </p:spPr>
        <p:txBody>
          <a:bodyPr wrap="square" rtlCol="0">
            <a:spAutoFit/>
          </a:bodyPr>
          <a:lstStyle/>
          <a:p>
            <a:pPr marL="0" indent="0" algn="just">
              <a:buNone/>
            </a:pPr>
            <a:r>
              <a:rPr lang="vi-VN" sz="2800" b="1"/>
              <a:t>Hoàn thành mục tiêu</a:t>
            </a:r>
            <a:r>
              <a:rPr lang="vi-VN" sz="2800"/>
              <a:t>: Xây dựng hệ thống quản lý sách, mượn trả và tra cứu thông tin hiệu quả.</a:t>
            </a:r>
          </a:p>
          <a:p>
            <a:pPr marL="0" indent="0" algn="just">
              <a:buNone/>
            </a:pPr>
            <a:endParaRPr lang="vi-VN" sz="2800"/>
          </a:p>
          <a:p>
            <a:pPr marL="0" indent="0" algn="just">
              <a:buNone/>
            </a:pPr>
            <a:r>
              <a:rPr lang="vi-VN" sz="2800" b="1"/>
              <a:t>Đặc điểm hệ thống</a:t>
            </a:r>
            <a:r>
              <a:rPr lang="vi-VN" sz="2800"/>
              <a:t>: Giao diện trực quan, logic xử lý rõ ràng, vận hành ổn định.</a:t>
            </a:r>
          </a:p>
          <a:p>
            <a:pPr marL="0" indent="0" algn="just">
              <a:buNone/>
            </a:pPr>
            <a:endParaRPr lang="vi-VN" sz="2800"/>
          </a:p>
          <a:p>
            <a:pPr marL="0" indent="0" algn="just">
              <a:buNone/>
            </a:pPr>
            <a:r>
              <a:rPr lang="vi-VN" sz="2800" b="1"/>
              <a:t>Giá trị thực tiễn</a:t>
            </a:r>
            <a:r>
              <a:rPr lang="vi-VN" sz="2800"/>
              <a:t>: Nâng cao hiệu suất quản lý cho thủ thư và tối ưu trải nghiệm tra cứu cho sinh viên.</a:t>
            </a:r>
          </a:p>
          <a:p>
            <a:pPr marL="0" indent="0" algn="just">
              <a:buNone/>
            </a:pPr>
            <a:endParaRPr lang="vi-VN" sz="2800"/>
          </a:p>
          <a:p>
            <a:pPr marL="0" indent="0" algn="just">
              <a:buNone/>
            </a:pPr>
            <a:r>
              <a:rPr lang="vi-VN" sz="2800" b="1"/>
              <a:t>Kỹ năng đạt được</a:t>
            </a:r>
            <a:r>
              <a:rPr lang="vi-VN" sz="2800"/>
              <a:t>: Vận dụng tốt kiến thức lập trình Web, Cơ sở dữ liệu và Phân tích thiết kế hệ thống</a:t>
            </a:r>
            <a:endParaRPr lang="vi-VN" sz="2800" dirty="0"/>
          </a:p>
        </p:txBody>
      </p:sp>
      <p:sp>
        <p:nvSpPr>
          <p:cNvPr id="5" name="TextBox 4">
            <a:extLst>
              <a:ext uri="{FF2B5EF4-FFF2-40B4-BE49-F238E27FC236}">
                <a16:creationId xmlns:a16="http://schemas.microsoft.com/office/drawing/2014/main" id="{DF9030C1-49AE-E1EB-90D1-F91E2C3158D5}"/>
              </a:ext>
            </a:extLst>
          </p:cNvPr>
          <p:cNvSpPr txBox="1"/>
          <p:nvPr/>
        </p:nvSpPr>
        <p:spPr>
          <a:xfrm>
            <a:off x="1447800" y="2690236"/>
            <a:ext cx="6248400" cy="523220"/>
          </a:xfrm>
          <a:prstGeom prst="rect">
            <a:avLst/>
          </a:prstGeom>
          <a:noFill/>
        </p:spPr>
        <p:txBody>
          <a:bodyPr wrap="square" rtlCol="0">
            <a:spAutoFit/>
          </a:bodyPr>
          <a:lstStyle/>
          <a:p>
            <a:r>
              <a:rPr lang="vi-VN" sz="2800" b="1"/>
              <a:t>Kết Luận</a:t>
            </a:r>
          </a:p>
        </p:txBody>
      </p:sp>
      <p:sp>
        <p:nvSpPr>
          <p:cNvPr id="6" name="Slide Number Placeholder 5">
            <a:extLst>
              <a:ext uri="{FF2B5EF4-FFF2-40B4-BE49-F238E27FC236}">
                <a16:creationId xmlns:a16="http://schemas.microsoft.com/office/drawing/2014/main" id="{6450B7E6-CAA4-C4F3-0F35-ECC475253A3E}"/>
              </a:ext>
            </a:extLst>
          </p:cNvPr>
          <p:cNvSpPr>
            <a:spLocks noGrp="1"/>
          </p:cNvSpPr>
          <p:nvPr>
            <p:ph type="sldNum" sz="quarter" idx="12"/>
          </p:nvPr>
        </p:nvSpPr>
        <p:spPr/>
        <p:txBody>
          <a:bodyPr/>
          <a:lstStyle/>
          <a:p>
            <a:fld id="{B6F15528-21DE-4FAA-801E-634DDDAF4B2B}" type="slidenum">
              <a:rPr lang="en-US" smtClean="0"/>
              <a:pPr/>
              <a:t>29</a:t>
            </a:fld>
            <a:endParaRPr lang="en-US" sz="2000"/>
          </a:p>
        </p:txBody>
      </p:sp>
      <p:sp>
        <p:nvSpPr>
          <p:cNvPr id="12" name="AutoShape 7">
            <a:extLst>
              <a:ext uri="{FF2B5EF4-FFF2-40B4-BE49-F238E27FC236}">
                <a16:creationId xmlns:a16="http://schemas.microsoft.com/office/drawing/2014/main" id="{52FB7479-ED0E-9105-853A-A29C8BAABC7B}"/>
              </a:ext>
            </a:extLst>
          </p:cNvPr>
          <p:cNvSpPr/>
          <p:nvPr/>
        </p:nvSpPr>
        <p:spPr>
          <a:xfrm>
            <a:off x="0" y="9986435"/>
            <a:ext cx="16445731" cy="791631"/>
          </a:xfrm>
          <a:prstGeom prst="rect">
            <a:avLst/>
          </a:prstGeom>
          <a:solidFill>
            <a:srgbClr val="1836B2"/>
          </a:solidFill>
        </p:spPr>
        <p:txBody>
          <a:bodyPr/>
          <a:lstStyle/>
          <a:p>
            <a:endParaRPr lang="vi-VN"/>
          </a:p>
        </p:txBody>
      </p:sp>
      <p:grpSp>
        <p:nvGrpSpPr>
          <p:cNvPr id="13" name="Group 8">
            <a:extLst>
              <a:ext uri="{FF2B5EF4-FFF2-40B4-BE49-F238E27FC236}">
                <a16:creationId xmlns:a16="http://schemas.microsoft.com/office/drawing/2014/main" id="{18D49531-2533-62E3-52AC-35FB98E80159}"/>
              </a:ext>
            </a:extLst>
          </p:cNvPr>
          <p:cNvGrpSpPr/>
          <p:nvPr/>
        </p:nvGrpSpPr>
        <p:grpSpPr>
          <a:xfrm rot="-10800000">
            <a:off x="13632560" y="9258300"/>
            <a:ext cx="3194047" cy="4221147"/>
            <a:chOff x="0" y="0"/>
            <a:chExt cx="4064946" cy="5372100"/>
          </a:xfrm>
        </p:grpSpPr>
        <p:sp>
          <p:nvSpPr>
            <p:cNvPr id="14" name="Freeform 9">
              <a:extLst>
                <a:ext uri="{FF2B5EF4-FFF2-40B4-BE49-F238E27FC236}">
                  <a16:creationId xmlns:a16="http://schemas.microsoft.com/office/drawing/2014/main" id="{60756B83-E422-5C50-B1A6-ECC93A2EFCE9}"/>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5" name="Group 10">
            <a:extLst>
              <a:ext uri="{FF2B5EF4-FFF2-40B4-BE49-F238E27FC236}">
                <a16:creationId xmlns:a16="http://schemas.microsoft.com/office/drawing/2014/main" id="{84E4C459-91FC-6D40-0FCA-2028CBEAEA9F}"/>
              </a:ext>
            </a:extLst>
          </p:cNvPr>
          <p:cNvGrpSpPr/>
          <p:nvPr/>
        </p:nvGrpSpPr>
        <p:grpSpPr>
          <a:xfrm rot="-10800000">
            <a:off x="15154432" y="9258300"/>
            <a:ext cx="3194047" cy="4221147"/>
            <a:chOff x="0" y="0"/>
            <a:chExt cx="4064946" cy="5372100"/>
          </a:xfrm>
        </p:grpSpPr>
        <p:sp>
          <p:nvSpPr>
            <p:cNvPr id="16" name="Freeform 11">
              <a:extLst>
                <a:ext uri="{FF2B5EF4-FFF2-40B4-BE49-F238E27FC236}">
                  <a16:creationId xmlns:a16="http://schemas.microsoft.com/office/drawing/2014/main" id="{1A8D3B29-8852-7C12-BC83-D8A33570CA9C}"/>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1482618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67DE4-303F-9B9C-8DA6-18ECE3EA3672}"/>
            </a:ext>
          </a:extLst>
        </p:cNvPr>
        <p:cNvGrpSpPr/>
        <p:nvPr/>
      </p:nvGrpSpPr>
      <p:grpSpPr>
        <a:xfrm>
          <a:off x="0" y="0"/>
          <a:ext cx="0" cy="0"/>
          <a:chOff x="0" y="0"/>
          <a:chExt cx="0" cy="0"/>
        </a:xfrm>
      </p:grpSpPr>
      <p:sp>
        <p:nvSpPr>
          <p:cNvPr id="27" name="TextBox 27">
            <a:extLst>
              <a:ext uri="{FF2B5EF4-FFF2-40B4-BE49-F238E27FC236}">
                <a16:creationId xmlns:a16="http://schemas.microsoft.com/office/drawing/2014/main" id="{1F89210E-F04E-5A0C-6863-7C44E037C0AA}"/>
              </a:ext>
            </a:extLst>
          </p:cNvPr>
          <p:cNvSpPr txBox="1"/>
          <p:nvPr/>
        </p:nvSpPr>
        <p:spPr>
          <a:xfrm>
            <a:off x="1059218" y="991667"/>
            <a:ext cx="16847782" cy="1073307"/>
          </a:xfrm>
          <a:prstGeom prst="rect">
            <a:avLst/>
          </a:prstGeom>
        </p:spPr>
        <p:txBody>
          <a:bodyPr wrap="square" lIns="0" tIns="0" rIns="0" bIns="0" rtlCol="0" anchor="t">
            <a:spAutoFit/>
          </a:bodyPr>
          <a:lstStyle/>
          <a:p>
            <a:pPr marL="0" lvl="0" indent="0" algn="l">
              <a:lnSpc>
                <a:spcPts val="8717"/>
              </a:lnSpc>
              <a:spcBef>
                <a:spcPct val="0"/>
              </a:spcBef>
            </a:pPr>
            <a:r>
              <a:rPr lang="vi-VN" sz="7200" b="1" u="none">
                <a:solidFill>
                  <a:srgbClr val="1836B2"/>
                </a:solidFill>
                <a:ea typeface="Cabin Semi-Bold"/>
                <a:cs typeface="Cabin Semi-Bold"/>
                <a:sym typeface="Cabin Semi-Bold"/>
              </a:rPr>
              <a:t>Kết luận và Phương hướng phát triển</a:t>
            </a:r>
            <a:endParaRPr lang="en-US" sz="7200" b="1" u="none">
              <a:solidFill>
                <a:srgbClr val="1836B2"/>
              </a:solidFill>
              <a:ea typeface="Cabin Semi-Bold"/>
              <a:cs typeface="Cabin Semi-Bold"/>
              <a:sym typeface="Cabin Semi-Bold"/>
            </a:endParaRPr>
          </a:p>
        </p:txBody>
      </p:sp>
      <p:sp>
        <p:nvSpPr>
          <p:cNvPr id="4" name="TextBox 3">
            <a:extLst>
              <a:ext uri="{FF2B5EF4-FFF2-40B4-BE49-F238E27FC236}">
                <a16:creationId xmlns:a16="http://schemas.microsoft.com/office/drawing/2014/main" id="{2E0DDBC8-129E-05B5-49E6-FCDB4E297009}"/>
              </a:ext>
            </a:extLst>
          </p:cNvPr>
          <p:cNvSpPr txBox="1"/>
          <p:nvPr/>
        </p:nvSpPr>
        <p:spPr>
          <a:xfrm>
            <a:off x="1432560" y="3213456"/>
            <a:ext cx="16245840" cy="2246769"/>
          </a:xfrm>
          <a:prstGeom prst="rect">
            <a:avLst/>
          </a:prstGeom>
          <a:noFill/>
        </p:spPr>
        <p:txBody>
          <a:bodyPr wrap="square" rtlCol="0">
            <a:spAutoFit/>
          </a:bodyPr>
          <a:lstStyle/>
          <a:p>
            <a:pPr marL="0" indent="0" algn="just">
              <a:buNone/>
            </a:pPr>
            <a:r>
              <a:rPr lang="vi-VN" sz="2800" b="1"/>
              <a:t>Tính năng nâng cao</a:t>
            </a:r>
            <a:r>
              <a:rPr lang="vi-VN" sz="2800"/>
              <a:t>: Chưa tích hợp thông báo tự động, thống kê chuyên sâu và quản lý tài liệu số.</a:t>
            </a:r>
          </a:p>
          <a:p>
            <a:pPr marL="0" indent="0" algn="just">
              <a:buNone/>
            </a:pPr>
            <a:endParaRPr lang="vi-VN" sz="2800"/>
          </a:p>
          <a:p>
            <a:pPr marL="0" indent="0" algn="just">
              <a:buNone/>
            </a:pPr>
            <a:r>
              <a:rPr lang="vi-VN" sz="2800" b="1"/>
              <a:t>Phân quyền hệ thống</a:t>
            </a:r>
            <a:r>
              <a:rPr lang="vi-VN" sz="2800"/>
              <a:t>: Cơ chế phân quyền còn đơn giản, chưa tách biệt rõ các bộ phận/chi nhánh.</a:t>
            </a:r>
          </a:p>
          <a:p>
            <a:pPr marL="0" indent="0" algn="just">
              <a:buNone/>
            </a:pPr>
            <a:endParaRPr lang="vi-VN" sz="2800"/>
          </a:p>
          <a:p>
            <a:pPr marL="0" indent="0" algn="just">
              <a:buNone/>
            </a:pPr>
            <a:r>
              <a:rPr lang="vi-VN" sz="2800" b="1"/>
              <a:t>Kỹ thuật &amp; Quy mô</a:t>
            </a:r>
            <a:r>
              <a:rPr lang="vi-VN" sz="2800"/>
              <a:t>: Cần tối ưu hơn về bảo mật và hiệu năng khi triển khai thực tế trên quy mô lớn.</a:t>
            </a:r>
            <a:endParaRPr lang="vi-VN" sz="2800" dirty="0"/>
          </a:p>
        </p:txBody>
      </p:sp>
      <p:sp>
        <p:nvSpPr>
          <p:cNvPr id="5" name="TextBox 4">
            <a:extLst>
              <a:ext uri="{FF2B5EF4-FFF2-40B4-BE49-F238E27FC236}">
                <a16:creationId xmlns:a16="http://schemas.microsoft.com/office/drawing/2014/main" id="{30AA8229-6702-B455-6366-099175366EEB}"/>
              </a:ext>
            </a:extLst>
          </p:cNvPr>
          <p:cNvSpPr txBox="1"/>
          <p:nvPr/>
        </p:nvSpPr>
        <p:spPr>
          <a:xfrm>
            <a:off x="1447800" y="2690236"/>
            <a:ext cx="6248400" cy="523220"/>
          </a:xfrm>
          <a:prstGeom prst="rect">
            <a:avLst/>
          </a:prstGeom>
          <a:noFill/>
        </p:spPr>
        <p:txBody>
          <a:bodyPr wrap="square" rtlCol="0">
            <a:spAutoFit/>
          </a:bodyPr>
          <a:lstStyle/>
          <a:p>
            <a:r>
              <a:rPr lang="vi-VN" sz="2800" b="1"/>
              <a:t>Hạn Chế:</a:t>
            </a:r>
          </a:p>
        </p:txBody>
      </p:sp>
      <p:sp>
        <p:nvSpPr>
          <p:cNvPr id="6" name="Slide Number Placeholder 5">
            <a:extLst>
              <a:ext uri="{FF2B5EF4-FFF2-40B4-BE49-F238E27FC236}">
                <a16:creationId xmlns:a16="http://schemas.microsoft.com/office/drawing/2014/main" id="{2B9F78E1-ED8B-FD6E-1A67-A93FF26DB9DE}"/>
              </a:ext>
            </a:extLst>
          </p:cNvPr>
          <p:cNvSpPr>
            <a:spLocks noGrp="1"/>
          </p:cNvSpPr>
          <p:nvPr>
            <p:ph type="sldNum" sz="quarter" idx="12"/>
          </p:nvPr>
        </p:nvSpPr>
        <p:spPr/>
        <p:txBody>
          <a:bodyPr/>
          <a:lstStyle/>
          <a:p>
            <a:fld id="{B6F15528-21DE-4FAA-801E-634DDDAF4B2B}" type="slidenum">
              <a:rPr lang="en-US" smtClean="0"/>
              <a:pPr/>
              <a:t>30</a:t>
            </a:fld>
            <a:endParaRPr lang="en-US" sz="2000"/>
          </a:p>
        </p:txBody>
      </p:sp>
      <p:sp>
        <p:nvSpPr>
          <p:cNvPr id="12" name="AutoShape 7">
            <a:extLst>
              <a:ext uri="{FF2B5EF4-FFF2-40B4-BE49-F238E27FC236}">
                <a16:creationId xmlns:a16="http://schemas.microsoft.com/office/drawing/2014/main" id="{FEDC29A6-D817-1E40-5E70-E7E305ABB55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13" name="Group 8">
            <a:extLst>
              <a:ext uri="{FF2B5EF4-FFF2-40B4-BE49-F238E27FC236}">
                <a16:creationId xmlns:a16="http://schemas.microsoft.com/office/drawing/2014/main" id="{39CF4EEF-6E07-1CEA-E849-524AEDC346C2}"/>
              </a:ext>
            </a:extLst>
          </p:cNvPr>
          <p:cNvGrpSpPr/>
          <p:nvPr/>
        </p:nvGrpSpPr>
        <p:grpSpPr>
          <a:xfrm rot="-10800000">
            <a:off x="13632560" y="9258300"/>
            <a:ext cx="3194047" cy="4221147"/>
            <a:chOff x="0" y="0"/>
            <a:chExt cx="4064946" cy="5372100"/>
          </a:xfrm>
        </p:grpSpPr>
        <p:sp>
          <p:nvSpPr>
            <p:cNvPr id="14" name="Freeform 9">
              <a:extLst>
                <a:ext uri="{FF2B5EF4-FFF2-40B4-BE49-F238E27FC236}">
                  <a16:creationId xmlns:a16="http://schemas.microsoft.com/office/drawing/2014/main" id="{0D48E0F2-8041-6B1F-3EEE-29ADF2614D9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5" name="Group 10">
            <a:extLst>
              <a:ext uri="{FF2B5EF4-FFF2-40B4-BE49-F238E27FC236}">
                <a16:creationId xmlns:a16="http://schemas.microsoft.com/office/drawing/2014/main" id="{A8BF9D48-0249-7323-1064-AAD0A7DCBA8D}"/>
              </a:ext>
            </a:extLst>
          </p:cNvPr>
          <p:cNvGrpSpPr/>
          <p:nvPr/>
        </p:nvGrpSpPr>
        <p:grpSpPr>
          <a:xfrm rot="-10800000">
            <a:off x="15154432" y="9258300"/>
            <a:ext cx="3194047" cy="4221147"/>
            <a:chOff x="0" y="0"/>
            <a:chExt cx="4064946" cy="5372100"/>
          </a:xfrm>
        </p:grpSpPr>
        <p:sp>
          <p:nvSpPr>
            <p:cNvPr id="16" name="Freeform 11">
              <a:extLst>
                <a:ext uri="{FF2B5EF4-FFF2-40B4-BE49-F238E27FC236}">
                  <a16:creationId xmlns:a16="http://schemas.microsoft.com/office/drawing/2014/main" id="{C35914D9-5525-1458-3D71-7A209056CA72}"/>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1990151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F0B4F-8EA8-4329-5977-66CBE091C563}"/>
            </a:ext>
          </a:extLst>
        </p:cNvPr>
        <p:cNvGrpSpPr/>
        <p:nvPr/>
      </p:nvGrpSpPr>
      <p:grpSpPr>
        <a:xfrm>
          <a:off x="0" y="0"/>
          <a:ext cx="0" cy="0"/>
          <a:chOff x="0" y="0"/>
          <a:chExt cx="0" cy="0"/>
        </a:xfrm>
      </p:grpSpPr>
      <p:sp>
        <p:nvSpPr>
          <p:cNvPr id="27" name="TextBox 27">
            <a:extLst>
              <a:ext uri="{FF2B5EF4-FFF2-40B4-BE49-F238E27FC236}">
                <a16:creationId xmlns:a16="http://schemas.microsoft.com/office/drawing/2014/main" id="{114224DC-2DBE-A46E-F09B-87E7FE114B8B}"/>
              </a:ext>
            </a:extLst>
          </p:cNvPr>
          <p:cNvSpPr txBox="1"/>
          <p:nvPr/>
        </p:nvSpPr>
        <p:spPr>
          <a:xfrm>
            <a:off x="1059218" y="991667"/>
            <a:ext cx="16847782" cy="1073307"/>
          </a:xfrm>
          <a:prstGeom prst="rect">
            <a:avLst/>
          </a:prstGeom>
        </p:spPr>
        <p:txBody>
          <a:bodyPr wrap="square" lIns="0" tIns="0" rIns="0" bIns="0" rtlCol="0" anchor="t">
            <a:spAutoFit/>
          </a:bodyPr>
          <a:lstStyle/>
          <a:p>
            <a:pPr marL="0" lvl="0" indent="0" algn="l">
              <a:lnSpc>
                <a:spcPts val="8717"/>
              </a:lnSpc>
              <a:spcBef>
                <a:spcPct val="0"/>
              </a:spcBef>
            </a:pPr>
            <a:r>
              <a:rPr lang="vi-VN" sz="7200" b="1" u="none">
                <a:solidFill>
                  <a:srgbClr val="1836B2"/>
                </a:solidFill>
                <a:ea typeface="Cabin Semi-Bold"/>
                <a:cs typeface="Cabin Semi-Bold"/>
                <a:sym typeface="Cabin Semi-Bold"/>
              </a:rPr>
              <a:t>Kết luận và Phương hướng phát triển</a:t>
            </a:r>
            <a:endParaRPr lang="en-US" sz="7200" b="1" u="none">
              <a:solidFill>
                <a:srgbClr val="1836B2"/>
              </a:solidFill>
              <a:ea typeface="Cabin Semi-Bold"/>
              <a:cs typeface="Cabin Semi-Bold"/>
              <a:sym typeface="Cabin Semi-Bold"/>
            </a:endParaRPr>
          </a:p>
        </p:txBody>
      </p:sp>
      <p:sp>
        <p:nvSpPr>
          <p:cNvPr id="4" name="TextBox 3">
            <a:extLst>
              <a:ext uri="{FF2B5EF4-FFF2-40B4-BE49-F238E27FC236}">
                <a16:creationId xmlns:a16="http://schemas.microsoft.com/office/drawing/2014/main" id="{335D336D-BE3C-09FB-65CF-6CF68B5F3979}"/>
              </a:ext>
            </a:extLst>
          </p:cNvPr>
          <p:cNvSpPr txBox="1"/>
          <p:nvPr/>
        </p:nvSpPr>
        <p:spPr>
          <a:xfrm>
            <a:off x="1432560" y="3213456"/>
            <a:ext cx="16245840" cy="3108543"/>
          </a:xfrm>
          <a:prstGeom prst="rect">
            <a:avLst/>
          </a:prstGeom>
          <a:noFill/>
        </p:spPr>
        <p:txBody>
          <a:bodyPr wrap="square" rtlCol="0">
            <a:spAutoFit/>
          </a:bodyPr>
          <a:lstStyle/>
          <a:p>
            <a:pPr marL="0" indent="0" algn="just">
              <a:buNone/>
            </a:pPr>
            <a:r>
              <a:rPr lang="vi-VN" sz="2800" b="1"/>
              <a:t>Tự động hóa &amp; Tiện ích</a:t>
            </a:r>
            <a:r>
              <a:rPr lang="vi-VN" sz="2800"/>
              <a:t>: Tích hợp thông báo qua Email/SMS; phát triển ứng dụng Mobile.</a:t>
            </a:r>
          </a:p>
          <a:p>
            <a:pPr marL="0" indent="0" algn="just">
              <a:buNone/>
            </a:pPr>
            <a:endParaRPr lang="vi-VN" sz="2800"/>
          </a:p>
          <a:p>
            <a:pPr marL="0" indent="0" algn="just">
              <a:buNone/>
            </a:pPr>
            <a:r>
              <a:rPr lang="vi-VN" sz="2800" b="1"/>
              <a:t>Phân tích &amp; Thống kê</a:t>
            </a:r>
            <a:r>
              <a:rPr lang="vi-VN" sz="2800"/>
              <a:t>: Xây dựng báo cáo trực quan (biểu đồ) và theo dõi lịch sử tương tác.</a:t>
            </a:r>
          </a:p>
          <a:p>
            <a:pPr marL="0" indent="0" algn="just">
              <a:buNone/>
            </a:pPr>
            <a:endParaRPr lang="vi-VN" sz="2800"/>
          </a:p>
          <a:p>
            <a:pPr marL="0" indent="0" algn="just">
              <a:buNone/>
            </a:pPr>
            <a:r>
              <a:rPr lang="vi-VN" sz="2800" b="1"/>
              <a:t>Số hóa &amp; Công nghệ</a:t>
            </a:r>
            <a:r>
              <a:rPr lang="vi-VN" sz="2800"/>
              <a:t>: Phát triển kho tài liệu số và ứng dụng AI để gợi ý tài liệu thông minh.</a:t>
            </a:r>
          </a:p>
          <a:p>
            <a:pPr marL="0" indent="0" algn="just">
              <a:buNone/>
            </a:pPr>
            <a:endParaRPr lang="vi-VN" sz="2800"/>
          </a:p>
          <a:p>
            <a:pPr marL="0" indent="0" algn="just">
              <a:buNone/>
            </a:pPr>
            <a:r>
              <a:rPr lang="vi-VN" sz="2800" b="1"/>
              <a:t>Hệ thống</a:t>
            </a:r>
            <a:r>
              <a:rPr lang="vi-VN" sz="2800"/>
              <a:t>: Nâng cấp bảo mật và mở rộng khả năng quản lý đa thư viện.</a:t>
            </a:r>
            <a:endParaRPr lang="vi-VN" sz="2800" dirty="0"/>
          </a:p>
        </p:txBody>
      </p:sp>
      <p:sp>
        <p:nvSpPr>
          <p:cNvPr id="5" name="TextBox 4">
            <a:extLst>
              <a:ext uri="{FF2B5EF4-FFF2-40B4-BE49-F238E27FC236}">
                <a16:creationId xmlns:a16="http://schemas.microsoft.com/office/drawing/2014/main" id="{C228ECE4-B78A-CE4A-940B-2BF0C4291FE4}"/>
              </a:ext>
            </a:extLst>
          </p:cNvPr>
          <p:cNvSpPr txBox="1"/>
          <p:nvPr/>
        </p:nvSpPr>
        <p:spPr>
          <a:xfrm>
            <a:off x="1447800" y="2690236"/>
            <a:ext cx="6248400" cy="523220"/>
          </a:xfrm>
          <a:prstGeom prst="rect">
            <a:avLst/>
          </a:prstGeom>
          <a:noFill/>
        </p:spPr>
        <p:txBody>
          <a:bodyPr wrap="square" rtlCol="0">
            <a:spAutoFit/>
          </a:bodyPr>
          <a:lstStyle/>
          <a:p>
            <a:r>
              <a:rPr lang="vi-VN" sz="2800" b="1"/>
              <a:t>Phương hướng phát triển:</a:t>
            </a:r>
          </a:p>
        </p:txBody>
      </p:sp>
      <p:sp>
        <p:nvSpPr>
          <p:cNvPr id="6" name="Slide Number Placeholder 5">
            <a:extLst>
              <a:ext uri="{FF2B5EF4-FFF2-40B4-BE49-F238E27FC236}">
                <a16:creationId xmlns:a16="http://schemas.microsoft.com/office/drawing/2014/main" id="{D5EDD008-0F32-1D8E-E994-40D5577B38F0}"/>
              </a:ext>
            </a:extLst>
          </p:cNvPr>
          <p:cNvSpPr>
            <a:spLocks noGrp="1"/>
          </p:cNvSpPr>
          <p:nvPr>
            <p:ph type="sldNum" sz="quarter" idx="12"/>
          </p:nvPr>
        </p:nvSpPr>
        <p:spPr/>
        <p:txBody>
          <a:bodyPr/>
          <a:lstStyle/>
          <a:p>
            <a:fld id="{B6F15528-21DE-4FAA-801E-634DDDAF4B2B}" type="slidenum">
              <a:rPr lang="en-US" smtClean="0"/>
              <a:pPr/>
              <a:t>31</a:t>
            </a:fld>
            <a:endParaRPr lang="en-US" sz="2000"/>
          </a:p>
        </p:txBody>
      </p:sp>
      <p:sp>
        <p:nvSpPr>
          <p:cNvPr id="12" name="AutoShape 7">
            <a:extLst>
              <a:ext uri="{FF2B5EF4-FFF2-40B4-BE49-F238E27FC236}">
                <a16:creationId xmlns:a16="http://schemas.microsoft.com/office/drawing/2014/main" id="{8699C612-6890-1F89-0F83-043A8D3BC291}"/>
              </a:ext>
            </a:extLst>
          </p:cNvPr>
          <p:cNvSpPr/>
          <p:nvPr/>
        </p:nvSpPr>
        <p:spPr>
          <a:xfrm>
            <a:off x="0" y="9986435"/>
            <a:ext cx="16445731" cy="791631"/>
          </a:xfrm>
          <a:prstGeom prst="rect">
            <a:avLst/>
          </a:prstGeom>
          <a:solidFill>
            <a:srgbClr val="1836B2"/>
          </a:solidFill>
        </p:spPr>
        <p:txBody>
          <a:bodyPr/>
          <a:lstStyle/>
          <a:p>
            <a:endParaRPr lang="vi-VN"/>
          </a:p>
        </p:txBody>
      </p:sp>
      <p:grpSp>
        <p:nvGrpSpPr>
          <p:cNvPr id="13" name="Group 8">
            <a:extLst>
              <a:ext uri="{FF2B5EF4-FFF2-40B4-BE49-F238E27FC236}">
                <a16:creationId xmlns:a16="http://schemas.microsoft.com/office/drawing/2014/main" id="{07420BBA-63C0-A559-C9B3-776E5215903C}"/>
              </a:ext>
            </a:extLst>
          </p:cNvPr>
          <p:cNvGrpSpPr/>
          <p:nvPr/>
        </p:nvGrpSpPr>
        <p:grpSpPr>
          <a:xfrm rot="-10800000">
            <a:off x="13632560" y="9258300"/>
            <a:ext cx="3194047" cy="4221147"/>
            <a:chOff x="0" y="0"/>
            <a:chExt cx="4064946" cy="5372100"/>
          </a:xfrm>
        </p:grpSpPr>
        <p:sp>
          <p:nvSpPr>
            <p:cNvPr id="14" name="Freeform 9">
              <a:extLst>
                <a:ext uri="{FF2B5EF4-FFF2-40B4-BE49-F238E27FC236}">
                  <a16:creationId xmlns:a16="http://schemas.microsoft.com/office/drawing/2014/main" id="{4526DF68-CD81-F753-DA6E-2A031C305A84}"/>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5" name="Group 10">
            <a:extLst>
              <a:ext uri="{FF2B5EF4-FFF2-40B4-BE49-F238E27FC236}">
                <a16:creationId xmlns:a16="http://schemas.microsoft.com/office/drawing/2014/main" id="{D883551B-6C7E-4855-72A2-234BB0BB2D3D}"/>
              </a:ext>
            </a:extLst>
          </p:cNvPr>
          <p:cNvGrpSpPr/>
          <p:nvPr/>
        </p:nvGrpSpPr>
        <p:grpSpPr>
          <a:xfrm rot="-10800000">
            <a:off x="15154432" y="9258300"/>
            <a:ext cx="3194047" cy="4221147"/>
            <a:chOff x="0" y="0"/>
            <a:chExt cx="4064946" cy="5372100"/>
          </a:xfrm>
        </p:grpSpPr>
        <p:sp>
          <p:nvSpPr>
            <p:cNvPr id="16" name="Freeform 11">
              <a:extLst>
                <a:ext uri="{FF2B5EF4-FFF2-40B4-BE49-F238E27FC236}">
                  <a16:creationId xmlns:a16="http://schemas.microsoft.com/office/drawing/2014/main" id="{5713926C-CA42-17C9-BC56-3A9D19C8C5D5}"/>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11693741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1607099" y="1273708"/>
            <a:ext cx="8937630" cy="7739584"/>
            <a:chOff x="0" y="0"/>
            <a:chExt cx="4282440" cy="3708400"/>
          </a:xfrm>
        </p:grpSpPr>
        <p:sp>
          <p:nvSpPr>
            <p:cNvPr id="3" name="Freeform 3"/>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39896" r="-8278" b="-14074"/>
              </a:stretch>
            </a:blipFill>
          </p:spPr>
          <p:txBody>
            <a:bodyPr/>
            <a:lstStyle/>
            <a:p>
              <a:endParaRPr lang="vi-VN"/>
            </a:p>
          </p:txBody>
        </p:sp>
      </p:grpSp>
      <p:sp>
        <p:nvSpPr>
          <p:cNvPr id="5" name="TextBox 5"/>
          <p:cNvSpPr txBox="1"/>
          <p:nvPr/>
        </p:nvSpPr>
        <p:spPr>
          <a:xfrm>
            <a:off x="7482840" y="3695700"/>
            <a:ext cx="10820400" cy="2180469"/>
          </a:xfrm>
          <a:prstGeom prst="rect">
            <a:avLst/>
          </a:prstGeom>
        </p:spPr>
        <p:txBody>
          <a:bodyPr wrap="square" lIns="0" tIns="0" rIns="0" bIns="0" rtlCol="0" anchor="t">
            <a:spAutoFit/>
          </a:bodyPr>
          <a:lstStyle/>
          <a:p>
            <a:pPr marL="0" lvl="0" indent="0" algn="l">
              <a:lnSpc>
                <a:spcPts val="8717"/>
              </a:lnSpc>
              <a:spcBef>
                <a:spcPct val="0"/>
              </a:spcBef>
            </a:pPr>
            <a:r>
              <a:rPr lang="vi-VN" sz="7200" b="1" u="none">
                <a:solidFill>
                  <a:srgbClr val="1836B2"/>
                </a:solidFill>
                <a:latin typeface="Cabin Semi-Bold"/>
                <a:ea typeface="Cabin Semi-Bold"/>
                <a:cs typeface="Cabin Semi-Bold"/>
                <a:sym typeface="Cabin Semi-Bold"/>
              </a:rPr>
              <a:t>Cảm ơn Thầy cô đã dành thời gian lắng nghe</a:t>
            </a:r>
            <a:endParaRPr lang="en-US" sz="7200" b="1" u="none">
              <a:solidFill>
                <a:srgbClr val="1836B2"/>
              </a:solidFill>
              <a:latin typeface="Cabin Semi-Bold"/>
              <a:ea typeface="Cabin Semi-Bold"/>
              <a:cs typeface="Cabin Semi-Bold"/>
              <a:sym typeface="Cabin Semi-Bold"/>
            </a:endParaRPr>
          </a:p>
        </p:txBody>
      </p:sp>
      <p:grpSp>
        <p:nvGrpSpPr>
          <p:cNvPr id="7" name="Group 7"/>
          <p:cNvGrpSpPr/>
          <p:nvPr/>
        </p:nvGrpSpPr>
        <p:grpSpPr>
          <a:xfrm rot="-10800000">
            <a:off x="2314816" y="-2086793"/>
            <a:ext cx="6208021" cy="4173585"/>
            <a:chOff x="0" y="0"/>
            <a:chExt cx="7990758" cy="5372100"/>
          </a:xfrm>
        </p:grpSpPr>
        <p:sp>
          <p:nvSpPr>
            <p:cNvPr id="8" name="Freeform 8"/>
            <p:cNvSpPr/>
            <p:nvPr/>
          </p:nvSpPr>
          <p:spPr>
            <a:xfrm>
              <a:off x="0" y="0"/>
              <a:ext cx="7990758" cy="5372100"/>
            </a:xfrm>
            <a:custGeom>
              <a:avLst/>
              <a:gdLst/>
              <a:ahLst/>
              <a:cxnLst/>
              <a:rect l="l" t="t" r="r" b="b"/>
              <a:pathLst>
                <a:path w="7990758" h="5372100">
                  <a:moveTo>
                    <a:pt x="6440088" y="0"/>
                  </a:moveTo>
                  <a:lnTo>
                    <a:pt x="1550670" y="0"/>
                  </a:lnTo>
                  <a:lnTo>
                    <a:pt x="0" y="2686050"/>
                  </a:lnTo>
                  <a:lnTo>
                    <a:pt x="1550670" y="5372100"/>
                  </a:lnTo>
                  <a:lnTo>
                    <a:pt x="6440088" y="5372100"/>
                  </a:lnTo>
                  <a:lnTo>
                    <a:pt x="7990758" y="2686050"/>
                  </a:lnTo>
                  <a:lnTo>
                    <a:pt x="6440088" y="0"/>
                  </a:lnTo>
                  <a:close/>
                </a:path>
              </a:pathLst>
            </a:custGeom>
            <a:solidFill>
              <a:srgbClr val="1836B2"/>
            </a:solidFill>
          </p:spPr>
          <p:txBody>
            <a:bodyPr/>
            <a:lstStyle/>
            <a:p>
              <a:endParaRPr lang="vi-VN"/>
            </a:p>
          </p:txBody>
        </p:sp>
      </p:grpSp>
      <p:grpSp>
        <p:nvGrpSpPr>
          <p:cNvPr id="9" name="Group 9"/>
          <p:cNvGrpSpPr/>
          <p:nvPr/>
        </p:nvGrpSpPr>
        <p:grpSpPr>
          <a:xfrm rot="-10800000">
            <a:off x="-1093063" y="7283541"/>
            <a:ext cx="2963586" cy="3459503"/>
            <a:chOff x="0" y="0"/>
            <a:chExt cx="4602013" cy="5372100"/>
          </a:xfrm>
        </p:grpSpPr>
        <p:sp>
          <p:nvSpPr>
            <p:cNvPr id="10" name="Freeform 10"/>
            <p:cNvSpPr/>
            <p:nvPr/>
          </p:nvSpPr>
          <p:spPr>
            <a:xfrm>
              <a:off x="0" y="0"/>
              <a:ext cx="4602013" cy="5372100"/>
            </a:xfrm>
            <a:custGeom>
              <a:avLst/>
              <a:gdLst/>
              <a:ahLst/>
              <a:cxnLst/>
              <a:rect l="l" t="t" r="r" b="b"/>
              <a:pathLst>
                <a:path w="4602013" h="5372100">
                  <a:moveTo>
                    <a:pt x="3051343" y="0"/>
                  </a:moveTo>
                  <a:lnTo>
                    <a:pt x="1550670" y="0"/>
                  </a:lnTo>
                  <a:lnTo>
                    <a:pt x="0" y="2686050"/>
                  </a:lnTo>
                  <a:lnTo>
                    <a:pt x="1550670" y="5372100"/>
                  </a:lnTo>
                  <a:lnTo>
                    <a:pt x="3051343" y="5372100"/>
                  </a:lnTo>
                  <a:lnTo>
                    <a:pt x="4602013" y="2686050"/>
                  </a:lnTo>
                  <a:lnTo>
                    <a:pt x="3051343" y="0"/>
                  </a:lnTo>
                  <a:close/>
                </a:path>
              </a:pathLst>
            </a:custGeom>
            <a:solidFill>
              <a:srgbClr val="A066CB"/>
            </a:solidFill>
          </p:spPr>
          <p:txBody>
            <a:bodyPr/>
            <a:lstStyle/>
            <a:p>
              <a:endParaRPr lang="vi-VN"/>
            </a:p>
          </p:txBody>
        </p:sp>
      </p:grpSp>
      <p:sp>
        <p:nvSpPr>
          <p:cNvPr id="11" name="Slide Number Placeholder 10">
            <a:extLst>
              <a:ext uri="{FF2B5EF4-FFF2-40B4-BE49-F238E27FC236}">
                <a16:creationId xmlns:a16="http://schemas.microsoft.com/office/drawing/2014/main" id="{924B6EB4-ADF5-2A40-73F8-8B2270D6C95F}"/>
              </a:ext>
            </a:extLst>
          </p:cNvPr>
          <p:cNvSpPr>
            <a:spLocks noGrp="1"/>
          </p:cNvSpPr>
          <p:nvPr>
            <p:ph type="sldNum" sz="quarter" idx="12"/>
          </p:nvPr>
        </p:nvSpPr>
        <p:spPr/>
        <p:txBody>
          <a:bodyPr/>
          <a:lstStyle/>
          <a:p>
            <a:fld id="{B6F15528-21DE-4FAA-801E-634DDDAF4B2B}" type="slidenum">
              <a:rPr lang="en-US" smtClean="0"/>
              <a:pPr/>
              <a:t>32</a:t>
            </a:fld>
            <a:endParaRPr lang="en-US" sz="2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30A013D-C11F-4F8E-AD2A-EE5B1627C4F7}">
  <we:reference id="wa200005566" version="3.0.0.2" store="vi-VN" storeType="OMEX"/>
  <we:alternateReferences>
    <we:reference id="WA200005566" version="3.0.0.2"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405</TotalTime>
  <Words>1801</Words>
  <Application>Microsoft Office PowerPoint</Application>
  <PresentationFormat>Custom</PresentationFormat>
  <Paragraphs>202</Paragraphs>
  <Slides>32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Aptos</vt:lpstr>
      <vt:lpstr>Cabin Medium</vt:lpstr>
      <vt:lpstr>Times New Roman</vt:lpstr>
      <vt:lpstr>Cabin Semi-Bold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ChuyenNganh</dc:title>
  <dc:creator>La Thuấn Khang</dc:creator>
  <cp:lastModifiedBy>Thuấn Khang La</cp:lastModifiedBy>
  <cp:revision>29</cp:revision>
  <dcterms:created xsi:type="dcterms:W3CDTF">2006-08-16T00:00:00Z</dcterms:created>
  <dcterms:modified xsi:type="dcterms:W3CDTF">2025-12-26T10:44:13Z</dcterms:modified>
  <dc:identifier>DAGbnXCPPBE</dc:identifier>
</cp:coreProperties>
</file>